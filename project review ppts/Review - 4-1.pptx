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81" r:id="rId10"/>
    <p:sldId id="282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83" r:id="rId19"/>
    <p:sldId id="279" r:id="rId20"/>
    <p:sldId id="280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Mrs. </a:t>
            </a:r>
            <a:r>
              <a:rPr lang="en-US" sz="16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Aarfa</a:t>
            </a: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khan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CDV-Computer Science &amp; Technology (DEVOPS)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Pravinthraja S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H M Manjula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CSE7302 -PROJECT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based end-to-end Web Application Firewall (WAF) pipeline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0F0197-EC90-41D4-B820-DB989D028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22240"/>
              </p:ext>
            </p:extLst>
          </p:nvPr>
        </p:nvGraphicFramePr>
        <p:xfrm>
          <a:off x="838200" y="1825625"/>
          <a:ext cx="5418675" cy="21031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317666132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17236605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Newman"/>
                        </a:rPr>
                        <a:t>Batch Number:          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  <a:latin typeface="Newman"/>
                        </a:rPr>
                        <a:t>CDV_14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chemeClr val="tx1"/>
                        </a:solidFill>
                        <a:latin typeface="Newman"/>
                      </a:endParaRP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66996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20211CDV0062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20221CDV0050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20211CDV0024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CHETHAS 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VARSHITH R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ABDUL KALAM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792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Project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850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organization is a technology-driven company working in the field of </a:t>
            </a:r>
            <a:r>
              <a:rPr lang="en-US" altLang="en-US" b="1" dirty="0">
                <a:latin typeface="New roman"/>
              </a:rPr>
              <a:t>software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development and cybersecurity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It focuses on building </a:t>
            </a:r>
            <a:r>
              <a:rPr lang="en-US" altLang="en-US" b="1" dirty="0">
                <a:latin typeface="New roman"/>
              </a:rPr>
              <a:t>secure, scalable, and reliable web applications</a:t>
            </a:r>
            <a:r>
              <a:rPr lang="en-US" altLang="en-US" dirty="0">
                <a:latin typeface="New roman"/>
              </a:rPr>
              <a:t> and digital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solutions.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company uses modern technologies such as </a:t>
            </a:r>
            <a:r>
              <a:rPr lang="en-US" altLang="en-US" b="1" dirty="0">
                <a:latin typeface="New roman"/>
              </a:rPr>
              <a:t>cloud computing,  machine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learning, and  web security tools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It promotes </a:t>
            </a:r>
            <a:r>
              <a:rPr lang="en-US" altLang="en-US" b="1" dirty="0">
                <a:latin typeface="New roman"/>
              </a:rPr>
              <a:t>research-based development</a:t>
            </a:r>
            <a:r>
              <a:rPr lang="en-US" altLang="en-US" dirty="0">
                <a:latin typeface="New roman"/>
              </a:rPr>
              <a:t> and practical implementation of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security solutions.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work culture encourages </a:t>
            </a:r>
            <a:r>
              <a:rPr lang="en-US" altLang="en-US" b="1" dirty="0">
                <a:latin typeface="New roman"/>
              </a:rPr>
              <a:t>learning, innovation, and teamwork</a:t>
            </a:r>
            <a:r>
              <a:rPr lang="en-US" altLang="en-US" dirty="0">
                <a:latin typeface="New roman"/>
              </a:rPr>
              <a:t> to solve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real-world problems.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Domain:</a:t>
            </a:r>
            <a:r>
              <a:rPr lang="en-US" altLang="en-US" dirty="0">
                <a:latin typeface="New roman"/>
              </a:rPr>
              <a:t> Cybersecurity and Web Application Security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Core Focus:</a:t>
            </a:r>
            <a:r>
              <a:rPr lang="en-US" altLang="en-US" dirty="0">
                <a:latin typeface="New roman"/>
              </a:rPr>
              <a:t> Web Application Firewall (WAF) using Deep Learning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Technologies Used: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Machine Learning &amp; Deep Learning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Transformer Models (Attention-based Neural Networks)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Python Programming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HTTP/HTTPS Traffic Analysis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Basic Web Security Concepts (SQL Injection, XSS, etc.)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Purpose:</a:t>
            </a:r>
            <a:r>
              <a:rPr lang="en-US" altLang="en-US" dirty="0">
                <a:latin typeface="New roman"/>
              </a:rPr>
              <a:t> To build an intelligent system that detects and blocks malicious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web requests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Our team consisted of </a:t>
            </a:r>
            <a:r>
              <a:rPr lang="en-US" altLang="en-US" b="1" dirty="0">
                <a:latin typeface="New roman"/>
              </a:rPr>
              <a:t>3 members</a:t>
            </a:r>
            <a:r>
              <a:rPr lang="en-US" altLang="en-US" dirty="0">
                <a:latin typeface="New roman"/>
              </a:rPr>
              <a:t> working together on the project.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team was involved in </a:t>
            </a:r>
            <a:r>
              <a:rPr lang="en-US" altLang="en-US" b="1" dirty="0">
                <a:latin typeface="New roman"/>
              </a:rPr>
              <a:t>design, development, and testing</a:t>
            </a:r>
            <a:r>
              <a:rPr lang="en-US" altLang="en-US" dirty="0">
                <a:latin typeface="New roman"/>
              </a:rPr>
              <a:t> of the system.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We had </a:t>
            </a:r>
            <a:r>
              <a:rPr lang="en-US" altLang="en-US" b="1" dirty="0">
                <a:latin typeface="New roman"/>
              </a:rPr>
              <a:t>guide</a:t>
            </a:r>
            <a:r>
              <a:rPr lang="en-US" altLang="en-US" dirty="0">
                <a:latin typeface="New roman"/>
              </a:rPr>
              <a:t> who guided us throughout the internship.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guide provided </a:t>
            </a:r>
            <a:r>
              <a:rPr lang="en-US" altLang="en-US" b="1" dirty="0">
                <a:latin typeface="New roman"/>
              </a:rPr>
              <a:t>technical guidance, reviews, and feedback</a:t>
            </a:r>
            <a:r>
              <a:rPr lang="en-US" altLang="en-US" dirty="0">
                <a:latin typeface="New roman"/>
              </a:rPr>
              <a:t> at each stage of the project.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Regular discussions and reviews helped us </a:t>
            </a:r>
            <a:r>
              <a:rPr lang="en-US" altLang="en-US" b="1" dirty="0">
                <a:latin typeface="New roman"/>
              </a:rPr>
              <a:t>improve the quality and correctness</a:t>
            </a:r>
            <a:r>
              <a:rPr lang="en-US" altLang="en-US" dirty="0">
                <a:latin typeface="New roman"/>
              </a:rPr>
              <a:t> of</a:t>
            </a:r>
            <a:r>
              <a:rPr lang="en-IN" dirty="0"/>
              <a:t> the work.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The team environment encouraged </a:t>
            </a:r>
            <a:r>
              <a:rPr lang="en-US" b="1" dirty="0"/>
              <a:t>learning, teamwork, and practical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/>
              <a:t>problem-solving</a:t>
            </a:r>
            <a:r>
              <a:rPr lang="en-US" dirty="0"/>
              <a:t>.</a:t>
            </a:r>
            <a:endParaRPr lang="en-US" altLang="en-US" dirty="0">
              <a:latin typeface="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Understanding </a:t>
            </a:r>
            <a:r>
              <a:rPr lang="en-US" altLang="en-US" b="1" dirty="0">
                <a:latin typeface="New roman"/>
              </a:rPr>
              <a:t>cybersecurity and Web Application Firewall (WAF)</a:t>
            </a:r>
            <a:r>
              <a:rPr lang="en-US" altLang="en-US" dirty="0">
                <a:latin typeface="New roman"/>
              </a:rPr>
              <a:t> concepts initially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Learning and applying </a:t>
            </a:r>
            <a:r>
              <a:rPr lang="en-US" altLang="en-US" b="1" dirty="0">
                <a:latin typeface="New roman"/>
              </a:rPr>
              <a:t>Transformer and deep learning models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Collecting and preprocessing</a:t>
            </a:r>
            <a:r>
              <a:rPr lang="en-US" altLang="en-US" dirty="0">
                <a:latin typeface="New roman"/>
              </a:rPr>
              <a:t> HTTP request data for training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Limited availability of </a:t>
            </a:r>
            <a:r>
              <a:rPr lang="en-US" altLang="en-US" b="1" dirty="0">
                <a:latin typeface="New roman"/>
              </a:rPr>
              <a:t>real-world labeled datasets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Debugging model performance</a:t>
            </a:r>
            <a:r>
              <a:rPr lang="en-US" altLang="en-US" dirty="0">
                <a:latin typeface="New roman"/>
              </a:rPr>
              <a:t> and reducing false positives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Managing </a:t>
            </a:r>
            <a:r>
              <a:rPr lang="en-US" altLang="en-US" b="1" dirty="0">
                <a:latin typeface="New roman"/>
              </a:rPr>
              <a:t>time between learning, development, and documentation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New roman"/>
              </a:rPr>
              <a:t>To study existing </a:t>
            </a:r>
            <a:r>
              <a:rPr lang="en-US" b="1" dirty="0">
                <a:latin typeface="New roman"/>
              </a:rPr>
              <a:t>Web Application Firewall (WAF)</a:t>
            </a:r>
            <a:r>
              <a:rPr lang="en-US" dirty="0">
                <a:latin typeface="New roman"/>
              </a:rPr>
              <a:t> techniques</a:t>
            </a:r>
          </a:p>
          <a:p>
            <a:r>
              <a:rPr lang="en-US" dirty="0">
                <a:latin typeface="New roman"/>
              </a:rPr>
              <a:t>To understand the use of </a:t>
            </a:r>
            <a:r>
              <a:rPr lang="en-US" b="1" dirty="0">
                <a:latin typeface="New roman"/>
              </a:rPr>
              <a:t>Machine Learning and Transformer models</a:t>
            </a:r>
            <a:r>
              <a:rPr lang="en-US" dirty="0">
                <a:latin typeface="New roman"/>
              </a:rPr>
              <a:t> in cybersecurity</a:t>
            </a:r>
          </a:p>
          <a:p>
            <a:r>
              <a:rPr lang="en-US" dirty="0">
                <a:latin typeface="New roman"/>
              </a:rPr>
              <a:t>To design an </a:t>
            </a:r>
            <a:r>
              <a:rPr lang="en-US" b="1" dirty="0">
                <a:latin typeface="New roman"/>
              </a:rPr>
              <a:t>end-to-end WAF pipeline</a:t>
            </a:r>
            <a:r>
              <a:rPr lang="en-US" dirty="0">
                <a:latin typeface="New roman"/>
              </a:rPr>
              <a:t> using deep learning</a:t>
            </a:r>
          </a:p>
          <a:p>
            <a:r>
              <a:rPr lang="en-US" dirty="0">
                <a:latin typeface="New roman"/>
              </a:rPr>
              <a:t>To detect common web attacks such as </a:t>
            </a:r>
            <a:r>
              <a:rPr lang="en-US" b="1" dirty="0">
                <a:latin typeface="New roman"/>
              </a:rPr>
              <a:t>SQL Injection and XSS</a:t>
            </a:r>
            <a:endParaRPr lang="en-US" dirty="0">
              <a:latin typeface="New roman"/>
            </a:endParaRPr>
          </a:p>
          <a:p>
            <a:r>
              <a:rPr lang="en-US" dirty="0">
                <a:latin typeface="New roman"/>
              </a:rPr>
              <a:t>To improve </a:t>
            </a:r>
            <a:r>
              <a:rPr lang="en-US" b="1" dirty="0">
                <a:latin typeface="New roman"/>
              </a:rPr>
              <a:t>detection accuracy</a:t>
            </a:r>
            <a:r>
              <a:rPr lang="en-US" dirty="0">
                <a:latin typeface="New roman"/>
              </a:rPr>
              <a:t> compared to traditional methods</a:t>
            </a:r>
          </a:p>
          <a:p>
            <a:r>
              <a:rPr lang="en-US" dirty="0">
                <a:latin typeface="New roman"/>
              </a:rPr>
              <a:t>To build a </a:t>
            </a:r>
            <a:r>
              <a:rPr lang="en-US" b="1" dirty="0">
                <a:latin typeface="New roman"/>
              </a:rPr>
              <a:t>working prototype</a:t>
            </a:r>
            <a:r>
              <a:rPr lang="en-US" dirty="0">
                <a:latin typeface="New roman"/>
              </a:rPr>
              <a:t> of the proposed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Traditional Web Application Firewalls (WAFs) mainly use </a:t>
            </a:r>
            <a:r>
              <a:rPr lang="en-US" altLang="en-US" b="1" dirty="0">
                <a:latin typeface="New roman"/>
              </a:rPr>
              <a:t>rule-based and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signature-based</a:t>
            </a:r>
            <a:r>
              <a:rPr lang="en-US" altLang="en-US" dirty="0">
                <a:latin typeface="New roman"/>
              </a:rPr>
              <a:t> methods, which work well for known attacks but fail against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 </a:t>
            </a:r>
            <a:r>
              <a:rPr lang="en-US" altLang="en-US" b="1" dirty="0">
                <a:latin typeface="New roman"/>
              </a:rPr>
              <a:t>new and obfuscated attacks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Machine Learning approaches were introduced to improve detection, but they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depend heavily on </a:t>
            </a:r>
            <a:r>
              <a:rPr lang="en-US" altLang="en-US" b="1" dirty="0">
                <a:latin typeface="New roman"/>
              </a:rPr>
              <a:t>manual feature extraction</a:t>
            </a:r>
            <a:r>
              <a:rPr lang="en-US" altLang="en-US" dirty="0">
                <a:latin typeface="New roman"/>
              </a:rPr>
              <a:t> and labeled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Recent research uses </a:t>
            </a:r>
            <a:r>
              <a:rPr lang="en-US" altLang="en-US" b="1" dirty="0">
                <a:latin typeface="New roman"/>
              </a:rPr>
              <a:t>Deep Learning models</a:t>
            </a:r>
            <a:r>
              <a:rPr lang="en-US" altLang="en-US" dirty="0">
                <a:latin typeface="New roman"/>
              </a:rPr>
              <a:t> such as CNNs, RNNs, and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Transformer models</a:t>
            </a:r>
            <a:r>
              <a:rPr lang="en-US" altLang="en-US" dirty="0">
                <a:latin typeface="New roman"/>
              </a:rPr>
              <a:t> by treating HTTP requests as text sequences.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Transformer-based models are effective because they can </a:t>
            </a:r>
            <a:r>
              <a:rPr lang="en-US" altLang="en-US" b="1" dirty="0">
                <a:latin typeface="New roman"/>
              </a:rPr>
              <a:t>capture contextual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and long-range dependencies</a:t>
            </a:r>
            <a:r>
              <a:rPr lang="en-US" altLang="en-US" dirty="0">
                <a:latin typeface="New roman"/>
              </a:rPr>
              <a:t> in request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Studies show better detection accuracy using deep learning, but most works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 focus only on </a:t>
            </a:r>
            <a:r>
              <a:rPr lang="en-US" altLang="en-US" b="1" dirty="0">
                <a:latin typeface="New roman"/>
              </a:rPr>
              <a:t>offline experiments</a:t>
            </a:r>
            <a:r>
              <a:rPr lang="en-US" altLang="en-US" dirty="0">
                <a:latin typeface="New roman"/>
              </a:rPr>
              <a:t> and not real deployment.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0D5A-94F3-4B0B-A8F0-4287C2D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New roman"/>
              </a:rPr>
              <a:t>Research Gap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B2C0-D876-412A-9A55-915956A2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Lack of a </a:t>
            </a:r>
            <a:r>
              <a:rPr lang="en-US" altLang="en-US" b="1" dirty="0">
                <a:latin typeface="New roman"/>
              </a:rPr>
              <a:t>complete end-to-end WAF pipeline</a:t>
            </a:r>
            <a:r>
              <a:rPr lang="en-US" altLang="en-US" dirty="0">
                <a:latin typeface="New roman"/>
              </a:rPr>
              <a:t> using Transformers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Most studies do not consider </a:t>
            </a:r>
            <a:r>
              <a:rPr lang="en-US" altLang="en-US" b="1" dirty="0">
                <a:latin typeface="New roman"/>
              </a:rPr>
              <a:t>real-time performance and latency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No standard dataset</a:t>
            </a:r>
            <a:r>
              <a:rPr lang="en-US" altLang="en-US" dirty="0">
                <a:latin typeface="New roman"/>
              </a:rPr>
              <a:t> for evaluating Transformer-based WAF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systems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Limited work on </a:t>
            </a:r>
            <a:r>
              <a:rPr lang="en-US" altLang="en-US" b="1" dirty="0">
                <a:latin typeface="New roman"/>
              </a:rPr>
              <a:t>handling obfuscated and adversarial attacks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Poor explain ability</a:t>
            </a:r>
            <a:r>
              <a:rPr lang="en-US" altLang="en-US" dirty="0">
                <a:latin typeface="New roman"/>
              </a:rPr>
              <a:t> of model decisions for security analysts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C6524-29CF-4A12-8D16-DB6EFD42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BA6F2-A8C9-4CE4-BB7F-3AEC3AFE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00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B1FB-D17B-4DCC-B481-9A0F4F46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Proposed 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DD3F-0232-46F9-A936-4CD57A120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Design an </a:t>
            </a:r>
            <a:r>
              <a:rPr lang="en-US" altLang="en-US" b="1" dirty="0">
                <a:latin typeface="New roman"/>
              </a:rPr>
              <a:t>end-to-end Transformer-based WAF pipeline</a:t>
            </a:r>
            <a:r>
              <a:rPr lang="en-US" altLang="en-US" dirty="0">
                <a:latin typeface="New roman"/>
              </a:rPr>
              <a:t> from data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input to decision making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Use </a:t>
            </a:r>
            <a:r>
              <a:rPr lang="en-US" altLang="en-US" b="1" dirty="0">
                <a:latin typeface="New roman"/>
              </a:rPr>
              <a:t>optimized and lightweight Transformer models</a:t>
            </a:r>
            <a:r>
              <a:rPr lang="en-US" altLang="en-US" dirty="0">
                <a:latin typeface="New roman"/>
              </a:rPr>
              <a:t> for faster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 real-time detection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Build or combine datasets with </a:t>
            </a:r>
            <a:r>
              <a:rPr lang="en-US" altLang="en-US" b="1" dirty="0">
                <a:latin typeface="New roman"/>
              </a:rPr>
              <a:t>realistic normal and attack traffic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Apply </a:t>
            </a:r>
            <a:r>
              <a:rPr lang="en-US" altLang="en-US" b="1" dirty="0">
                <a:latin typeface="New roman"/>
              </a:rPr>
              <a:t>data augmentation and adversarial training</a:t>
            </a:r>
            <a:r>
              <a:rPr lang="en-US" altLang="en-US" dirty="0">
                <a:latin typeface="New roman"/>
              </a:rPr>
              <a:t> to improve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robustness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Add </a:t>
            </a:r>
            <a:r>
              <a:rPr lang="en-US" altLang="en-US" b="1" dirty="0">
                <a:latin typeface="New roman"/>
              </a:rPr>
              <a:t>explain ability methods</a:t>
            </a:r>
            <a:r>
              <a:rPr lang="en-US" altLang="en-US" dirty="0">
                <a:latin typeface="New roman"/>
              </a:rPr>
              <a:t> (highlight important parts of requests)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to help analysts understand alerts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A0D58-3E89-4F38-874B-1993ECB7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E1E7D-BC1E-49D3-9EA6-CBECD1B5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228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proposed system is a </a:t>
            </a:r>
            <a:r>
              <a:rPr lang="en-US" altLang="en-US" b="1" dirty="0">
                <a:latin typeface="New roman"/>
              </a:rPr>
              <a:t>Transformer-based end-to-end Web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Application Firewall (WAF)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It analyzes </a:t>
            </a:r>
            <a:r>
              <a:rPr lang="en-US" altLang="en-US" b="1" dirty="0">
                <a:latin typeface="New roman"/>
              </a:rPr>
              <a:t>HTTP requests</a:t>
            </a:r>
            <a:r>
              <a:rPr lang="en-US" altLang="en-US" dirty="0">
                <a:latin typeface="New roman"/>
              </a:rPr>
              <a:t> from web applications in real time.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Requests are </a:t>
            </a:r>
            <a:r>
              <a:rPr lang="en-US" altLang="en-US" b="1" dirty="0">
                <a:latin typeface="New roman"/>
              </a:rPr>
              <a:t>preprocessed and tokenized</a:t>
            </a:r>
            <a:r>
              <a:rPr lang="en-US" altLang="en-US" dirty="0">
                <a:latin typeface="New roman"/>
              </a:rPr>
              <a:t> before being given to the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model.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A </a:t>
            </a:r>
            <a:r>
              <a:rPr lang="en-US" altLang="en-US" b="1" dirty="0">
                <a:latin typeface="New roman"/>
              </a:rPr>
              <a:t>Transformer deep learning model</a:t>
            </a:r>
            <a:r>
              <a:rPr lang="en-US" altLang="en-US" dirty="0">
                <a:latin typeface="New roman"/>
              </a:rPr>
              <a:t> classifies each request 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 </a:t>
            </a:r>
            <a:r>
              <a:rPr lang="en-US" altLang="en-US" b="1" dirty="0">
                <a:latin typeface="New roman"/>
              </a:rPr>
              <a:t>normal or malicious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Based on the prediction, the system </a:t>
            </a:r>
            <a:r>
              <a:rPr lang="en-US" altLang="en-US" b="1" dirty="0">
                <a:latin typeface="New roman"/>
              </a:rPr>
              <a:t>allows or blocks</a:t>
            </a:r>
            <a:r>
              <a:rPr lang="en-US" altLang="en-US" dirty="0">
                <a:latin typeface="New roman"/>
              </a:rPr>
              <a:t> the request.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All decisions are </a:t>
            </a:r>
            <a:r>
              <a:rPr lang="en-US" altLang="en-US" b="1" dirty="0">
                <a:latin typeface="New roman"/>
              </a:rPr>
              <a:t>logged</a:t>
            </a:r>
            <a:r>
              <a:rPr lang="en-US" altLang="en-US" dirty="0">
                <a:latin typeface="New roman"/>
              </a:rPr>
              <a:t> for monitoring and future improvement.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Traditional Web Application Firewalls (WAFs) rely mainly on </a:t>
            </a:r>
            <a:r>
              <a:rPr lang="en-US" altLang="en-US" b="1" dirty="0">
                <a:latin typeface="New roman"/>
              </a:rPr>
              <a:t>rule-based and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 signature-based</a:t>
            </a:r>
            <a:r>
              <a:rPr lang="en-US" altLang="en-US" dirty="0">
                <a:latin typeface="New roman"/>
              </a:rPr>
              <a:t>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These methods are </a:t>
            </a:r>
            <a:r>
              <a:rPr lang="en-US" altLang="en-US" b="1" dirty="0">
                <a:latin typeface="New roman"/>
              </a:rPr>
              <a:t>difficult to maintain</a:t>
            </a:r>
            <a:r>
              <a:rPr lang="en-US" altLang="en-US" dirty="0">
                <a:latin typeface="New roman"/>
              </a:rPr>
              <a:t> and fail to detect </a:t>
            </a:r>
            <a:r>
              <a:rPr lang="en-US" altLang="en-US" b="1" dirty="0">
                <a:latin typeface="New roman"/>
              </a:rPr>
              <a:t>new or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New roman"/>
              </a:rPr>
              <a:t>obfuscated attacks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With the rapid growth of web applications, the number and complexity of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attacks are also increasing.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There is a need for an </a:t>
            </a:r>
            <a:r>
              <a:rPr lang="en-US" altLang="en-US" b="1" dirty="0">
                <a:latin typeface="New roman"/>
              </a:rPr>
              <a:t>intelligent, automated, and adaptive system</a:t>
            </a:r>
            <a:r>
              <a:rPr lang="en-US" altLang="en-US" dirty="0">
                <a:latin typeface="New roman"/>
              </a:rPr>
              <a:t> to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detect malicious web requests.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The problem is to design a </a:t>
            </a:r>
            <a:r>
              <a:rPr lang="en-US" altLang="en-US" b="1" dirty="0">
                <a:latin typeface="New roman"/>
              </a:rPr>
              <a:t>Transformer-based WAF</a:t>
            </a:r>
            <a:r>
              <a:rPr lang="en-US" altLang="en-US" dirty="0">
                <a:latin typeface="New roman"/>
              </a:rPr>
              <a:t> that can accurately and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New roman"/>
              </a:rPr>
              <a:t> efficiently detect attacks in real time.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Hardware Requirements:</a:t>
            </a:r>
            <a:endParaRPr lang="en-IN" dirty="0"/>
          </a:p>
          <a:p>
            <a:r>
              <a:rPr lang="en-IN" dirty="0"/>
              <a:t>Laptop / Desktop Computer</a:t>
            </a:r>
          </a:p>
          <a:p>
            <a:r>
              <a:rPr lang="en-IN" dirty="0"/>
              <a:t>Minimum </a:t>
            </a:r>
            <a:r>
              <a:rPr lang="en-IN" b="1" dirty="0"/>
              <a:t>8 GB RAM</a:t>
            </a:r>
            <a:endParaRPr lang="en-IN" dirty="0"/>
          </a:p>
          <a:p>
            <a:r>
              <a:rPr lang="en-IN" dirty="0"/>
              <a:t>Minimum </a:t>
            </a:r>
            <a:r>
              <a:rPr lang="en-IN" b="1" dirty="0"/>
              <a:t>50 GB</a:t>
            </a:r>
            <a:r>
              <a:rPr lang="en-IN" dirty="0"/>
              <a:t> free storage</a:t>
            </a:r>
          </a:p>
          <a:p>
            <a:r>
              <a:rPr lang="en-IN" dirty="0"/>
              <a:t>Internet connection</a:t>
            </a:r>
          </a:p>
          <a:p>
            <a:r>
              <a:rPr lang="en-IN" b="1" dirty="0"/>
              <a:t>Software Requirements:</a:t>
            </a:r>
            <a:endParaRPr lang="en-IN" dirty="0"/>
          </a:p>
          <a:p>
            <a:r>
              <a:rPr lang="en-IN" dirty="0"/>
              <a:t>Operating System: </a:t>
            </a:r>
            <a:r>
              <a:rPr lang="en-IN" b="1" dirty="0"/>
              <a:t>Windows / Linux</a:t>
            </a:r>
            <a:endParaRPr lang="en-IN" dirty="0"/>
          </a:p>
          <a:p>
            <a:r>
              <a:rPr lang="en-IN" dirty="0"/>
              <a:t>Programming Language: </a:t>
            </a:r>
            <a:r>
              <a:rPr lang="en-IN" b="1" dirty="0"/>
              <a:t>Python</a:t>
            </a:r>
            <a:endParaRPr lang="en-IN" dirty="0"/>
          </a:p>
          <a:p>
            <a:r>
              <a:rPr lang="en-IN" dirty="0"/>
              <a:t>Libraries/Frameworks: </a:t>
            </a:r>
            <a:r>
              <a:rPr lang="en-IN" b="1" dirty="0" err="1"/>
              <a:t>PyTorch</a:t>
            </a:r>
            <a:r>
              <a:rPr lang="en-IN" b="1" dirty="0"/>
              <a:t> or TensorFlow, NumPy, Pandas</a:t>
            </a:r>
            <a:endParaRPr lang="en-IN" dirty="0"/>
          </a:p>
          <a:p>
            <a:r>
              <a:rPr lang="en-IN" dirty="0"/>
              <a:t>Development Tools: </a:t>
            </a:r>
            <a:r>
              <a:rPr lang="en-IN" b="1" dirty="0"/>
              <a:t>VS Code / PyCharm</a:t>
            </a:r>
            <a:endParaRPr lang="en-IN" dirty="0"/>
          </a:p>
          <a:p>
            <a:r>
              <a:rPr lang="en-IN" dirty="0"/>
              <a:t>Dataset: </a:t>
            </a:r>
            <a:r>
              <a:rPr lang="en-IN" b="1" dirty="0"/>
              <a:t>HTTP request dataset or sample web traffic logs</a:t>
            </a:r>
            <a:endParaRPr lang="en-IN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Detects both </a:t>
            </a:r>
            <a:r>
              <a:rPr lang="en-US" altLang="en-US" b="1" dirty="0">
                <a:latin typeface="New roman"/>
              </a:rPr>
              <a:t>known and unknown</a:t>
            </a:r>
            <a:r>
              <a:rPr lang="en-US" altLang="en-US" dirty="0">
                <a:latin typeface="New roman"/>
              </a:rPr>
              <a:t> web attacks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Reduces reliance on </a:t>
            </a:r>
            <a:r>
              <a:rPr lang="en-US" altLang="en-US" b="1" dirty="0">
                <a:latin typeface="New roman"/>
              </a:rPr>
              <a:t>manual rules and signatures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Uses </a:t>
            </a:r>
            <a:r>
              <a:rPr lang="en-US" altLang="en-US" b="1" dirty="0">
                <a:latin typeface="New roman"/>
              </a:rPr>
              <a:t>Transformer-based deep learning</a:t>
            </a:r>
            <a:r>
              <a:rPr lang="en-US" altLang="en-US" dirty="0">
                <a:latin typeface="New roman"/>
              </a:rPr>
              <a:t> for better accuracy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Capable of handling </a:t>
            </a:r>
            <a:r>
              <a:rPr lang="en-US" altLang="en-US" b="1" dirty="0">
                <a:latin typeface="New roman"/>
              </a:rPr>
              <a:t>obfuscated and complex attacks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New roman"/>
              </a:rPr>
              <a:t>Scalable</a:t>
            </a:r>
            <a:r>
              <a:rPr lang="en-US" altLang="en-US" dirty="0">
                <a:latin typeface="New roman"/>
              </a:rPr>
              <a:t> and adaptable to new attack patterns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Can be </a:t>
            </a:r>
            <a:r>
              <a:rPr lang="en-US" altLang="en-US" b="1" dirty="0">
                <a:latin typeface="New roman"/>
              </a:rPr>
              <a:t>integrated</a:t>
            </a:r>
            <a:r>
              <a:rPr lang="en-US" altLang="en-US" dirty="0">
                <a:latin typeface="New roman"/>
              </a:rPr>
              <a:t> with existing web security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Design a </a:t>
            </a:r>
            <a:r>
              <a:rPr lang="en-US" b="1" dirty="0"/>
              <a:t>Transformer-based End-to-End Web Application Firewall (WAF)</a:t>
            </a:r>
            <a:r>
              <a:rPr lang="en-US" dirty="0"/>
              <a:t> that:</a:t>
            </a:r>
          </a:p>
          <a:p>
            <a:r>
              <a:rPr lang="en-US" dirty="0"/>
              <a:t>Inspects HTTP requests</a:t>
            </a:r>
          </a:p>
          <a:p>
            <a:r>
              <a:rPr lang="en-US" dirty="0"/>
              <a:t>Detects malicious traffic (</a:t>
            </a:r>
            <a:r>
              <a:rPr lang="en-US" dirty="0" err="1"/>
              <a:t>SQLi</a:t>
            </a:r>
            <a:r>
              <a:rPr lang="en-US" dirty="0"/>
              <a:t>, XSS, RCE, etc.)</a:t>
            </a:r>
          </a:p>
          <a:p>
            <a:r>
              <a:rPr lang="en-US" dirty="0"/>
              <a:t>Uses a Transformer model instead of rule-based matching</a:t>
            </a:r>
          </a:p>
          <a:p>
            <a:r>
              <a:rPr lang="en-US" dirty="0"/>
              <a:t>Works in real-time (low latency)</a:t>
            </a:r>
          </a:p>
          <a:p>
            <a:r>
              <a:rPr lang="en-US" dirty="0"/>
              <a:t>Scales horizontally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Collect HTTP request logs (normal + malicious).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Label data as </a:t>
            </a:r>
            <a:r>
              <a:rPr lang="en-US" altLang="en-US" b="1" dirty="0">
                <a:latin typeface="New roman"/>
              </a:rPr>
              <a:t>0 (Benign)</a:t>
            </a:r>
            <a:r>
              <a:rPr lang="en-US" altLang="en-US" dirty="0">
                <a:latin typeface="New roman"/>
              </a:rPr>
              <a:t> and </a:t>
            </a:r>
            <a:r>
              <a:rPr lang="en-US" altLang="en-US" b="1" dirty="0">
                <a:latin typeface="New roman"/>
              </a:rPr>
              <a:t>1 (Malicious)</a:t>
            </a:r>
            <a:r>
              <a:rPr lang="en-US" altLang="en-US" dirty="0">
                <a:latin typeface="New roman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Convert HTTP requests into text format.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Use Transformer tokenizer (e.g., Distil BERT tokenizer).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Use a pre-trained model (Distil BERT/BERT).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Fine-tune on labeled WAF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New roman"/>
              </a:rPr>
              <a:t>Load trained model into FastAPI/Flask service.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If confidence &gt; threshold → </a:t>
            </a:r>
            <a:r>
              <a:rPr lang="en-US" altLang="en-US" b="1" dirty="0">
                <a:latin typeface="New roman"/>
              </a:rPr>
              <a:t>BLOCK</a:t>
            </a:r>
            <a:r>
              <a:rPr lang="en-US" altLang="en-US" dirty="0">
                <a:latin typeface="New roman"/>
              </a:rPr>
              <a:t> request.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New roman"/>
              </a:rPr>
              <a:t>Else → </a:t>
            </a:r>
            <a:r>
              <a:rPr lang="en-US" altLang="en-US" b="1" dirty="0">
                <a:latin typeface="New roman"/>
              </a:rPr>
              <a:t>ALLOW</a:t>
            </a:r>
            <a:r>
              <a:rPr lang="en-US" altLang="en-US" dirty="0">
                <a:latin typeface="New roman"/>
              </a:rPr>
              <a:t> request.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New roman"/>
              </a:rPr>
              <a:t>System ready for scaling and production enhancement.</a:t>
            </a: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6BEE42EF-6740-4116-9BEE-2C76334CA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962" y="1184275"/>
            <a:ext cx="8704076" cy="4057650"/>
          </a:xfrm>
        </p:spPr>
      </p:pic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1F65-EA2D-4AFD-8456-9AFDF659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Newman"/>
              </a:rPr>
              <a:t>Training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9FBF3-AE8C-41CA-B4BA-8E3A699B7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7BD89-ED96-4B03-AAA9-66540C6B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1A82B129-FB40-43BA-AC6B-2DEEE1C14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189" y="1825625"/>
            <a:ext cx="6969621" cy="3895553"/>
          </a:xfrm>
        </p:spPr>
      </p:pic>
    </p:spTree>
    <p:extLst>
      <p:ext uri="{BB962C8B-B14F-4D97-AF65-F5344CB8AC3E}">
        <p14:creationId xmlns:p14="http://schemas.microsoft.com/office/powerpoint/2010/main" val="812238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Transformer-based WAF provides </a:t>
            </a:r>
            <a:r>
              <a:rPr lang="en-US" b="1" dirty="0"/>
              <a:t>advanced threat detection</a:t>
            </a:r>
            <a:r>
              <a:rPr lang="en-US" dirty="0"/>
              <a:t> using deep learning. </a:t>
            </a:r>
          </a:p>
          <a:p>
            <a:r>
              <a:rPr lang="en-US" dirty="0"/>
              <a:t>Captures </a:t>
            </a:r>
            <a:r>
              <a:rPr lang="en-US" b="1" dirty="0"/>
              <a:t>context and patterns</a:t>
            </a:r>
            <a:r>
              <a:rPr lang="en-US" dirty="0"/>
              <a:t> better than traditional rule-based systems. </a:t>
            </a:r>
          </a:p>
          <a:p>
            <a:r>
              <a:rPr lang="en-US" dirty="0"/>
              <a:t>Enables </a:t>
            </a:r>
            <a:r>
              <a:rPr lang="en-US" b="1" dirty="0"/>
              <a:t>real-time and automated attack detection</a:t>
            </a:r>
            <a:r>
              <a:rPr lang="en-US" dirty="0"/>
              <a:t>. </a:t>
            </a:r>
          </a:p>
          <a:p>
            <a:r>
              <a:rPr lang="en-US" dirty="0"/>
              <a:t>Reduces </a:t>
            </a:r>
            <a:r>
              <a:rPr lang="en-US" b="1" dirty="0"/>
              <a:t>false positives and improves accuracy</a:t>
            </a:r>
            <a:r>
              <a:rPr lang="en-US" dirty="0"/>
              <a:t>. </a:t>
            </a:r>
          </a:p>
          <a:p>
            <a:r>
              <a:rPr lang="en-US" dirty="0"/>
              <a:t>Supports </a:t>
            </a:r>
            <a:r>
              <a:rPr lang="en-US" b="1" dirty="0"/>
              <a:t>continuous learning</a:t>
            </a:r>
            <a:r>
              <a:rPr lang="en-US" dirty="0"/>
              <a:t> from new attack data. </a:t>
            </a:r>
          </a:p>
          <a:p>
            <a:r>
              <a:rPr lang="en-US" dirty="0"/>
              <a:t>Highly </a:t>
            </a:r>
            <a:r>
              <a:rPr lang="en-US" b="1" dirty="0"/>
              <a:t>scalable and adaptable</a:t>
            </a:r>
            <a:r>
              <a:rPr lang="en-US" dirty="0"/>
              <a:t> to evolving security threats. </a:t>
            </a:r>
          </a:p>
          <a:p>
            <a:r>
              <a:rPr lang="en-US" dirty="0"/>
              <a:t>Overall, ensures </a:t>
            </a:r>
            <a:r>
              <a:rPr lang="en-US" b="1" dirty="0"/>
              <a:t>strong, intelligent, and future-ready web application security</a:t>
            </a:r>
            <a:r>
              <a:rPr lang="en-US" dirty="0"/>
              <a:t>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3D40FE9-1CD4-44B3-BBC8-272FC00A7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5773"/>
            <a:ext cx="10777694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Vaswani et al.,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“Attention Is All You Need”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NeurIPS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 2017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Devlin et al.,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“BERT: Pre-training of Deep Bidirectional Transformers”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, NAACL 2019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Goodfellow et al.,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“Deep Learning”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, MIT Press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OWASP Foundation,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OWASP Top 10 Web Application Security Risks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Kim et al.,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Deep Learning-based Web Intrusion Detection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OpenAI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 / Google Research papers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Transformer architectures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Research articles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AI-based Web Application Firewall (WAF)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ew roman"/>
                <a:ea typeface="Cambria" panose="02040503050406030204" pitchFamily="18" charset="0"/>
              </a:rPr>
              <a:t>GitHub Link : https://github.com/varshthrss/CDV_14_WEB_Pipeline</a:t>
            </a:r>
          </a:p>
          <a:p>
            <a:pPr marL="0" indent="0">
              <a:buNone/>
            </a:pPr>
            <a:endParaRPr lang="en-US" dirty="0">
              <a:latin typeface="New roman"/>
            </a:endParaRPr>
          </a:p>
          <a:p>
            <a:pPr marL="0" indent="0">
              <a:buNone/>
            </a:pPr>
            <a:endParaRPr lang="en-US" dirty="0">
              <a:latin typeface="New roman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7026</TotalTime>
  <Words>1328</Words>
  <Application>Microsoft Office PowerPoint</Application>
  <PresentationFormat>Widescreen</PresentationFormat>
  <Paragraphs>235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New roman</vt:lpstr>
      <vt:lpstr>Newman</vt:lpstr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Project</vt:lpstr>
      <vt:lpstr>Objectives of the work</vt:lpstr>
      <vt:lpstr>Literature Review</vt:lpstr>
      <vt:lpstr>Research Gap</vt:lpstr>
      <vt:lpstr>Proposed Solutions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Training Results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Karthikeya RS</cp:lastModifiedBy>
  <cp:revision>726</cp:revision>
  <dcterms:created xsi:type="dcterms:W3CDTF">2022-10-14T07:18:17Z</dcterms:created>
  <dcterms:modified xsi:type="dcterms:W3CDTF">2026-04-08T03:37:19Z</dcterms:modified>
</cp:coreProperties>
</file>