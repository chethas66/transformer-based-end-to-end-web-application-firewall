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0"/>
  </p:notesMasterIdLst>
  <p:sldIdLst>
    <p:sldId id="259" r:id="rId2"/>
    <p:sldId id="270" r:id="rId3"/>
    <p:sldId id="261" r:id="rId4"/>
    <p:sldId id="262" r:id="rId5"/>
    <p:sldId id="263" r:id="rId6"/>
    <p:sldId id="264" r:id="rId7"/>
    <p:sldId id="265" r:id="rId8"/>
    <p:sldId id="271" r:id="rId9"/>
    <p:sldId id="276" r:id="rId10"/>
    <p:sldId id="277" r:id="rId11"/>
    <p:sldId id="272" r:id="rId12"/>
    <p:sldId id="273" r:id="rId13"/>
    <p:sldId id="274" r:id="rId14"/>
    <p:sldId id="275" r:id="rId15"/>
    <p:sldId id="266" r:id="rId16"/>
    <p:sldId id="267" r:id="rId17"/>
    <p:sldId id="268" r:id="rId18"/>
    <p:sldId id="269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82BE31D-A805-4374-A802-C65F02E28BCD}" v="23" dt="2024-12-11T08:31:31.56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574" autoAdjust="0"/>
    <p:restoredTop sz="94660"/>
  </p:normalViewPr>
  <p:slideViewPr>
    <p:cSldViewPr snapToGrid="0">
      <p:cViewPr varScale="1">
        <p:scale>
          <a:sx n="82" d="100"/>
          <a:sy n="82" d="100"/>
        </p:scale>
        <p:origin x="83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751524B-FB67-4894-A0C5-35151E149D68}" type="doc">
      <dgm:prSet loTypeId="urn:microsoft.com/office/officeart/2011/layout/InterconnectedBlockProcess" loCatId="process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988D96B0-D16E-4763-B393-84178CF4FF50}">
      <dgm:prSet phldrT="[Text]"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Review 1</a:t>
          </a:r>
        </a:p>
      </dgm:t>
    </dgm:pt>
    <dgm:pt modelId="{080A6B9D-C27D-4227-AC65-3C97878D78C4}" type="parTrans" cxnId="{8CB593F6-6C5D-4606-B959-3E27F9872EC1}">
      <dgm:prSet/>
      <dgm:spPr/>
      <dgm:t>
        <a:bodyPr/>
        <a:lstStyle/>
        <a:p>
          <a:endParaRPr lang="en-US"/>
        </a:p>
      </dgm:t>
    </dgm:pt>
    <dgm:pt modelId="{19B27CEC-4BAD-44A7-A9A7-B7A8B23ADCFD}" type="sibTrans" cxnId="{8CB593F6-6C5D-4606-B959-3E27F9872EC1}">
      <dgm:prSet/>
      <dgm:spPr/>
      <dgm:t>
        <a:bodyPr/>
        <a:lstStyle/>
        <a:p>
          <a:endParaRPr lang="en-US"/>
        </a:p>
      </dgm:t>
    </dgm:pt>
    <dgm:pt modelId="{D471E45F-B026-44AA-9616-57E786AE80AF}">
      <dgm:prSet phldrT="[Text]" phldr="0" custT="1"/>
      <dgm:spPr/>
      <dgm:t>
        <a:bodyPr/>
        <a:lstStyle/>
        <a:p>
          <a:r>
            <a:rPr lang="en-US" sz="1800" dirty="0">
              <a:latin typeface="Times New Roman" panose="02020603050405020304" pitchFamily="18" charset="0"/>
              <a:cs typeface="Times New Roman" panose="02020603050405020304" pitchFamily="18" charset="0"/>
            </a:rPr>
            <a:t>Introduction to project, understanding WAF and cybersecurity basics</a:t>
          </a:r>
        </a:p>
      </dgm:t>
    </dgm:pt>
    <dgm:pt modelId="{326A986D-69A4-4AC0-AD9B-462FFC9C3F18}" type="parTrans" cxnId="{AEE28BEF-3F73-41A5-9307-D42A450FCA17}">
      <dgm:prSet/>
      <dgm:spPr/>
      <dgm:t>
        <a:bodyPr/>
        <a:lstStyle/>
        <a:p>
          <a:endParaRPr lang="en-US"/>
        </a:p>
      </dgm:t>
    </dgm:pt>
    <dgm:pt modelId="{304E70AD-39C7-4C28-BF7B-6EE91BAE97B7}" type="sibTrans" cxnId="{AEE28BEF-3F73-41A5-9307-D42A450FCA17}">
      <dgm:prSet/>
      <dgm:spPr/>
      <dgm:t>
        <a:bodyPr/>
        <a:lstStyle/>
        <a:p>
          <a:endParaRPr lang="en-US"/>
        </a:p>
      </dgm:t>
    </dgm:pt>
    <dgm:pt modelId="{7B3055AA-BF7C-46D0-9A9E-60087B9F57B4}">
      <dgm:prSet phldrT="[Text]"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Review 2</a:t>
          </a:r>
        </a:p>
      </dgm:t>
    </dgm:pt>
    <dgm:pt modelId="{F772EF41-D2BB-4368-8327-B4E332165F48}" type="parTrans" cxnId="{6C7D4BBB-EED6-4011-9FBC-87F683D5B245}">
      <dgm:prSet/>
      <dgm:spPr/>
      <dgm:t>
        <a:bodyPr/>
        <a:lstStyle/>
        <a:p>
          <a:endParaRPr lang="en-US"/>
        </a:p>
      </dgm:t>
    </dgm:pt>
    <dgm:pt modelId="{B81593E2-4CAC-4783-8D2D-E9DDD236A942}" type="sibTrans" cxnId="{6C7D4BBB-EED6-4011-9FBC-87F683D5B245}">
      <dgm:prSet/>
      <dgm:spPr/>
      <dgm:t>
        <a:bodyPr/>
        <a:lstStyle/>
        <a:p>
          <a:endParaRPr lang="en-US"/>
        </a:p>
      </dgm:t>
    </dgm:pt>
    <dgm:pt modelId="{9FED87C4-3F3B-4A18-9185-9F80CFEDEA2E}">
      <dgm:prSet phldrT="[Text]" phldr="0" custT="1"/>
      <dgm:spPr/>
      <dgm:t>
        <a:bodyPr/>
        <a:lstStyle/>
        <a:p>
          <a:r>
            <a:rPr lang="en-US" sz="1800" dirty="0">
              <a:latin typeface="Times New Roman" panose="02020603050405020304" pitchFamily="18" charset="0"/>
              <a:cs typeface="Times New Roman" panose="02020603050405020304" pitchFamily="18" charset="0"/>
            </a:rPr>
            <a:t>Literature survey, learning Transformer models</a:t>
          </a:r>
        </a:p>
      </dgm:t>
    </dgm:pt>
    <dgm:pt modelId="{669F5586-1E47-4A85-AA72-0E435BABD665}" type="parTrans" cxnId="{27611794-B6EF-4593-A560-02BF7692DC5A}">
      <dgm:prSet/>
      <dgm:spPr/>
      <dgm:t>
        <a:bodyPr/>
        <a:lstStyle/>
        <a:p>
          <a:endParaRPr lang="en-US"/>
        </a:p>
      </dgm:t>
    </dgm:pt>
    <dgm:pt modelId="{AD0D1882-5210-4A49-9875-4AAC43595580}" type="sibTrans" cxnId="{27611794-B6EF-4593-A560-02BF7692DC5A}">
      <dgm:prSet/>
      <dgm:spPr/>
      <dgm:t>
        <a:bodyPr/>
        <a:lstStyle/>
        <a:p>
          <a:endParaRPr lang="en-US"/>
        </a:p>
      </dgm:t>
    </dgm:pt>
    <dgm:pt modelId="{A59EC69B-8F3F-425B-819F-E8C557946AEE}">
      <dgm:prSet phldrT="[Text]"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Review 3</a:t>
          </a:r>
        </a:p>
      </dgm:t>
    </dgm:pt>
    <dgm:pt modelId="{0095C3CB-916F-4060-A8DA-DD282FB51587}" type="parTrans" cxnId="{D1BA1DD0-A52A-47BF-962D-9810C87E1576}">
      <dgm:prSet/>
      <dgm:spPr/>
      <dgm:t>
        <a:bodyPr/>
        <a:lstStyle/>
        <a:p>
          <a:endParaRPr lang="en-US"/>
        </a:p>
      </dgm:t>
    </dgm:pt>
    <dgm:pt modelId="{2868AD8D-4E38-46CE-A972-709857BF40AC}" type="sibTrans" cxnId="{D1BA1DD0-A52A-47BF-962D-9810C87E1576}">
      <dgm:prSet/>
      <dgm:spPr/>
      <dgm:t>
        <a:bodyPr/>
        <a:lstStyle/>
        <a:p>
          <a:endParaRPr lang="en-US"/>
        </a:p>
      </dgm:t>
    </dgm:pt>
    <dgm:pt modelId="{5E92505A-51E0-4F78-B3C5-704ACF8710DE}">
      <dgm:prSet phldrT="[Text]"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Review 4</a:t>
          </a:r>
        </a:p>
      </dgm:t>
    </dgm:pt>
    <dgm:pt modelId="{765B1266-7CE2-4F9C-AE38-D97DFBC1B151}" type="parTrans" cxnId="{DA8CD5E8-B2EE-41E4-8EC6-CFB41D688F68}">
      <dgm:prSet/>
      <dgm:spPr/>
      <dgm:t>
        <a:bodyPr/>
        <a:lstStyle/>
        <a:p>
          <a:endParaRPr lang="en-US"/>
        </a:p>
      </dgm:t>
    </dgm:pt>
    <dgm:pt modelId="{5E9E6A6F-635A-4791-A107-01E95B62EA08}" type="sibTrans" cxnId="{DA8CD5E8-B2EE-41E4-8EC6-CFB41D688F68}">
      <dgm:prSet/>
      <dgm:spPr/>
      <dgm:t>
        <a:bodyPr/>
        <a:lstStyle/>
        <a:p>
          <a:endParaRPr lang="en-US"/>
        </a:p>
      </dgm:t>
    </dgm:pt>
    <dgm:pt modelId="{65C051F6-A849-4495-A964-CD4C650B9C06}">
      <dgm:prSet phldrT="[Text]"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Final Review</a:t>
          </a:r>
        </a:p>
      </dgm:t>
    </dgm:pt>
    <dgm:pt modelId="{C24738E5-1547-4D8D-A2CE-64D703ECDF78}" type="parTrans" cxnId="{521FD508-C5FD-4804-AFDC-D1FF9945B211}">
      <dgm:prSet/>
      <dgm:spPr/>
      <dgm:t>
        <a:bodyPr/>
        <a:lstStyle/>
        <a:p>
          <a:endParaRPr lang="en-US"/>
        </a:p>
      </dgm:t>
    </dgm:pt>
    <dgm:pt modelId="{196A2EB9-DD96-4630-B699-7AF000340374}" type="sibTrans" cxnId="{521FD508-C5FD-4804-AFDC-D1FF9945B211}">
      <dgm:prSet/>
      <dgm:spPr/>
      <dgm:t>
        <a:bodyPr/>
        <a:lstStyle/>
        <a:p>
          <a:endParaRPr lang="en-US"/>
        </a:p>
      </dgm:t>
    </dgm:pt>
    <dgm:pt modelId="{5D3901D8-9096-415F-8674-E4E1F94832DA}">
      <dgm:prSet custT="1"/>
      <dgm:spPr/>
      <dgm:t>
        <a:bodyPr/>
        <a:lstStyle/>
        <a:p>
          <a:r>
            <a:rPr lang="en-US" sz="2000" dirty="0">
              <a:latin typeface="New roman"/>
            </a:rPr>
            <a:t>Model training, testing and performance testing</a:t>
          </a:r>
          <a:endParaRPr lang="en-IN" sz="2000" dirty="0">
            <a:latin typeface="New roman"/>
          </a:endParaRPr>
        </a:p>
      </dgm:t>
    </dgm:pt>
    <dgm:pt modelId="{13109BED-532B-44EB-890A-DBC55FFA23B6}" type="parTrans" cxnId="{213653EA-557B-4332-B83B-6F7A4CA986CB}">
      <dgm:prSet/>
      <dgm:spPr/>
      <dgm:t>
        <a:bodyPr/>
        <a:lstStyle/>
        <a:p>
          <a:endParaRPr lang="en-IN"/>
        </a:p>
      </dgm:t>
    </dgm:pt>
    <dgm:pt modelId="{A85A8464-8871-45A9-AAED-212825100E94}" type="sibTrans" cxnId="{213653EA-557B-4332-B83B-6F7A4CA986CB}">
      <dgm:prSet/>
      <dgm:spPr/>
      <dgm:t>
        <a:bodyPr/>
        <a:lstStyle/>
        <a:p>
          <a:endParaRPr lang="en-IN"/>
        </a:p>
      </dgm:t>
    </dgm:pt>
    <dgm:pt modelId="{4ADB0467-F304-4CDB-A21D-B4368EC88FC7}">
      <dgm:prSet custT="1"/>
      <dgm:spPr/>
      <dgm:t>
        <a:bodyPr/>
        <a:lstStyle/>
        <a:p>
          <a:r>
            <a:rPr lang="en-US" sz="1800" dirty="0"/>
            <a:t>Data collection, preprocessing and initial model implementation.</a:t>
          </a:r>
          <a:endParaRPr lang="en-IN" sz="1800" dirty="0"/>
        </a:p>
      </dgm:t>
    </dgm:pt>
    <dgm:pt modelId="{8C12E0DA-BB83-4077-98FD-48EE88E24421}" type="parTrans" cxnId="{DB3CF5B1-9E9E-486D-A68A-73D7DC22EF2A}">
      <dgm:prSet/>
      <dgm:spPr/>
      <dgm:t>
        <a:bodyPr/>
        <a:lstStyle/>
        <a:p>
          <a:endParaRPr lang="en-IN"/>
        </a:p>
      </dgm:t>
    </dgm:pt>
    <dgm:pt modelId="{FDCC0ADA-5209-4656-BC40-FC7009588A7D}" type="sibTrans" cxnId="{DB3CF5B1-9E9E-486D-A68A-73D7DC22EF2A}">
      <dgm:prSet/>
      <dgm:spPr/>
      <dgm:t>
        <a:bodyPr/>
        <a:lstStyle/>
        <a:p>
          <a:endParaRPr lang="en-IN"/>
        </a:p>
      </dgm:t>
    </dgm:pt>
    <dgm:pt modelId="{07070320-1DC1-40B2-92C4-1D8ED2085933}">
      <dgm:prSet custT="1"/>
      <dgm:spPr/>
      <dgm:t>
        <a:bodyPr/>
        <a:lstStyle/>
        <a:p>
          <a:r>
            <a:rPr lang="en-US" sz="2000" dirty="0">
              <a:latin typeface="New roman"/>
            </a:rPr>
            <a:t>Final system integration and documentation.</a:t>
          </a:r>
          <a:endParaRPr lang="en-IN" sz="2000" dirty="0">
            <a:latin typeface="New roman"/>
          </a:endParaRPr>
        </a:p>
      </dgm:t>
    </dgm:pt>
    <dgm:pt modelId="{6D674346-98BD-43DF-AEE1-EF6BB847F095}" type="parTrans" cxnId="{1589BAA6-3BA9-4453-BF8B-CF54CD9C02B3}">
      <dgm:prSet/>
      <dgm:spPr/>
      <dgm:t>
        <a:bodyPr/>
        <a:lstStyle/>
        <a:p>
          <a:endParaRPr lang="en-IN"/>
        </a:p>
      </dgm:t>
    </dgm:pt>
    <dgm:pt modelId="{67757F06-01A5-46AA-A6AA-4DA86142BB5E}" type="sibTrans" cxnId="{1589BAA6-3BA9-4453-BF8B-CF54CD9C02B3}">
      <dgm:prSet/>
      <dgm:spPr/>
      <dgm:t>
        <a:bodyPr/>
        <a:lstStyle/>
        <a:p>
          <a:endParaRPr lang="en-IN"/>
        </a:p>
      </dgm:t>
    </dgm:pt>
    <dgm:pt modelId="{A6BCDA7B-D633-438F-B44D-CB4D60E5C492}" type="pres">
      <dgm:prSet presAssocID="{5751524B-FB67-4894-A0C5-35151E149D68}" presName="Name0" presStyleCnt="0">
        <dgm:presLayoutVars>
          <dgm:chMax val="7"/>
          <dgm:chPref val="5"/>
          <dgm:dir/>
          <dgm:animOne val="branch"/>
          <dgm:animLvl val="lvl"/>
        </dgm:presLayoutVars>
      </dgm:prSet>
      <dgm:spPr/>
    </dgm:pt>
    <dgm:pt modelId="{0EA92EC0-9C6F-4663-B822-B1E8E3DCB13B}" type="pres">
      <dgm:prSet presAssocID="{65C051F6-A849-4495-A964-CD4C650B9C06}" presName="ChildAccent5" presStyleCnt="0"/>
      <dgm:spPr/>
    </dgm:pt>
    <dgm:pt modelId="{8CAE5A4D-0C7B-48A6-917B-0B8433D0574B}" type="pres">
      <dgm:prSet presAssocID="{65C051F6-A849-4495-A964-CD4C650B9C06}" presName="ChildAccent" presStyleLbl="alignImgPlace1" presStyleIdx="0" presStyleCnt="5"/>
      <dgm:spPr/>
    </dgm:pt>
    <dgm:pt modelId="{928B615F-0F8D-4140-A638-0FBB8F5BF1E9}" type="pres">
      <dgm:prSet presAssocID="{65C051F6-A849-4495-A964-CD4C650B9C06}" presName="Child5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C73DE52A-2F45-45E6-AD0E-D5BEAF609F8E}" type="pres">
      <dgm:prSet presAssocID="{65C051F6-A849-4495-A964-CD4C650B9C06}" presName="Parent5" presStyleLbl="node1" presStyleIdx="0" presStyleCnt="5">
        <dgm:presLayoutVars>
          <dgm:chMax val="2"/>
          <dgm:chPref val="1"/>
          <dgm:bulletEnabled val="1"/>
        </dgm:presLayoutVars>
      </dgm:prSet>
      <dgm:spPr/>
    </dgm:pt>
    <dgm:pt modelId="{EA3B7F60-AEEC-41A8-8A2C-D3679EFCD073}" type="pres">
      <dgm:prSet presAssocID="{5E92505A-51E0-4F78-B3C5-704ACF8710DE}" presName="ChildAccent4" presStyleCnt="0"/>
      <dgm:spPr/>
    </dgm:pt>
    <dgm:pt modelId="{FC0F1314-3294-4A8C-8DCE-EB53E236164C}" type="pres">
      <dgm:prSet presAssocID="{5E92505A-51E0-4F78-B3C5-704ACF8710DE}" presName="ChildAccent" presStyleLbl="alignImgPlace1" presStyleIdx="1" presStyleCnt="5"/>
      <dgm:spPr/>
    </dgm:pt>
    <dgm:pt modelId="{98225A61-A0EC-450A-BED8-EF2E47E8FD18}" type="pres">
      <dgm:prSet presAssocID="{5E92505A-51E0-4F78-B3C5-704ACF8710DE}" presName="Child4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2AAD338D-3122-4454-9A67-16BE024D44E3}" type="pres">
      <dgm:prSet presAssocID="{5E92505A-51E0-4F78-B3C5-704ACF8710DE}" presName="Parent4" presStyleLbl="node1" presStyleIdx="1" presStyleCnt="5">
        <dgm:presLayoutVars>
          <dgm:chMax val="2"/>
          <dgm:chPref val="1"/>
          <dgm:bulletEnabled val="1"/>
        </dgm:presLayoutVars>
      </dgm:prSet>
      <dgm:spPr/>
    </dgm:pt>
    <dgm:pt modelId="{96AFCF47-32CA-4C44-9E3C-782007B7112E}" type="pres">
      <dgm:prSet presAssocID="{A59EC69B-8F3F-425B-819F-E8C557946AEE}" presName="ChildAccent3" presStyleCnt="0"/>
      <dgm:spPr/>
    </dgm:pt>
    <dgm:pt modelId="{2532504F-5FE1-4C97-B485-F05E8885EACC}" type="pres">
      <dgm:prSet presAssocID="{A59EC69B-8F3F-425B-819F-E8C557946AEE}" presName="ChildAccent" presStyleLbl="alignImgPlace1" presStyleIdx="2" presStyleCnt="5"/>
      <dgm:spPr/>
    </dgm:pt>
    <dgm:pt modelId="{0D08ED52-6744-4369-B780-916B09984775}" type="pres">
      <dgm:prSet presAssocID="{A59EC69B-8F3F-425B-819F-E8C557946AEE}" presName="Child3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4C66D42D-7E6D-4563-AFDC-369C30B73F70}" type="pres">
      <dgm:prSet presAssocID="{A59EC69B-8F3F-425B-819F-E8C557946AEE}" presName="Parent3" presStyleLbl="node1" presStyleIdx="2" presStyleCnt="5">
        <dgm:presLayoutVars>
          <dgm:chMax val="2"/>
          <dgm:chPref val="1"/>
          <dgm:bulletEnabled val="1"/>
        </dgm:presLayoutVars>
      </dgm:prSet>
      <dgm:spPr/>
    </dgm:pt>
    <dgm:pt modelId="{C1269CE6-C767-48CC-AAFD-A238D1FFDABA}" type="pres">
      <dgm:prSet presAssocID="{7B3055AA-BF7C-46D0-9A9E-60087B9F57B4}" presName="ChildAccent2" presStyleCnt="0"/>
      <dgm:spPr/>
    </dgm:pt>
    <dgm:pt modelId="{06F8D57B-EDF4-4CF4-8700-DC2CA3E3028E}" type="pres">
      <dgm:prSet presAssocID="{7B3055AA-BF7C-46D0-9A9E-60087B9F57B4}" presName="ChildAccent" presStyleLbl="alignImgPlace1" presStyleIdx="3" presStyleCnt="5"/>
      <dgm:spPr/>
    </dgm:pt>
    <dgm:pt modelId="{6BCCFBA6-7A43-4631-AD7F-AFB10E1E6CD7}" type="pres">
      <dgm:prSet presAssocID="{7B3055AA-BF7C-46D0-9A9E-60087B9F57B4}" presName="Child2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00BB3360-A9BB-4051-A4B1-1216F82F642C}" type="pres">
      <dgm:prSet presAssocID="{7B3055AA-BF7C-46D0-9A9E-60087B9F57B4}" presName="Parent2" presStyleLbl="node1" presStyleIdx="3" presStyleCnt="5">
        <dgm:presLayoutVars>
          <dgm:chMax val="2"/>
          <dgm:chPref val="1"/>
          <dgm:bulletEnabled val="1"/>
        </dgm:presLayoutVars>
      </dgm:prSet>
      <dgm:spPr/>
    </dgm:pt>
    <dgm:pt modelId="{7305DF14-0FF5-45E4-8B19-015814092DBD}" type="pres">
      <dgm:prSet presAssocID="{988D96B0-D16E-4763-B393-84178CF4FF50}" presName="ChildAccent1" presStyleCnt="0"/>
      <dgm:spPr/>
    </dgm:pt>
    <dgm:pt modelId="{A134CDD1-D85F-44EF-8BEE-9F99A855C1E6}" type="pres">
      <dgm:prSet presAssocID="{988D96B0-D16E-4763-B393-84178CF4FF50}" presName="ChildAccent" presStyleLbl="alignImgPlace1" presStyleIdx="4" presStyleCnt="5"/>
      <dgm:spPr/>
    </dgm:pt>
    <dgm:pt modelId="{1C91D7E3-8940-4A33-9182-677DD5415901}" type="pres">
      <dgm:prSet presAssocID="{988D96B0-D16E-4763-B393-84178CF4FF50}" presName="Child1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65257024-FAC0-4522-B139-1CC85B547BE8}" type="pres">
      <dgm:prSet presAssocID="{988D96B0-D16E-4763-B393-84178CF4FF50}" presName="Parent1" presStyleLbl="node1" presStyleIdx="4" presStyleCnt="5">
        <dgm:presLayoutVars>
          <dgm:chMax val="2"/>
          <dgm:chPref val="1"/>
          <dgm:bulletEnabled val="1"/>
        </dgm:presLayoutVars>
      </dgm:prSet>
      <dgm:spPr/>
    </dgm:pt>
  </dgm:ptLst>
  <dgm:cxnLst>
    <dgm:cxn modelId="{E6B70501-CFCB-4D4A-94BE-F63036069196}" type="presOf" srcId="{5751524B-FB67-4894-A0C5-35151E149D68}" destId="{A6BCDA7B-D633-438F-B44D-CB4D60E5C492}" srcOrd="0" destOrd="0" presId="urn:microsoft.com/office/officeart/2011/layout/InterconnectedBlockProcess"/>
    <dgm:cxn modelId="{521FD508-C5FD-4804-AFDC-D1FF9945B211}" srcId="{5751524B-FB67-4894-A0C5-35151E149D68}" destId="{65C051F6-A849-4495-A964-CD4C650B9C06}" srcOrd="4" destOrd="0" parTransId="{C24738E5-1547-4D8D-A2CE-64D703ECDF78}" sibTransId="{196A2EB9-DD96-4630-B699-7AF000340374}"/>
    <dgm:cxn modelId="{080C6C12-ECFC-4EAC-B1E1-0BB84E77DF94}" type="presOf" srcId="{5D3901D8-9096-415F-8674-E4E1F94832DA}" destId="{98225A61-A0EC-450A-BED8-EF2E47E8FD18}" srcOrd="1" destOrd="0" presId="urn:microsoft.com/office/officeart/2011/layout/InterconnectedBlockProcess"/>
    <dgm:cxn modelId="{E94CD512-E47E-4B2A-8B42-1BBD0CE921B4}" type="presOf" srcId="{D471E45F-B026-44AA-9616-57E786AE80AF}" destId="{A134CDD1-D85F-44EF-8BEE-9F99A855C1E6}" srcOrd="0" destOrd="0" presId="urn:microsoft.com/office/officeart/2011/layout/InterconnectedBlockProcess"/>
    <dgm:cxn modelId="{DCBBD912-689F-4398-945B-50D7C906D480}" type="presOf" srcId="{65C051F6-A849-4495-A964-CD4C650B9C06}" destId="{C73DE52A-2F45-45E6-AD0E-D5BEAF609F8E}" srcOrd="0" destOrd="0" presId="urn:microsoft.com/office/officeart/2011/layout/InterconnectedBlockProcess"/>
    <dgm:cxn modelId="{14271021-8784-4688-96FE-21B4F9A3C855}" type="presOf" srcId="{A59EC69B-8F3F-425B-819F-E8C557946AEE}" destId="{4C66D42D-7E6D-4563-AFDC-369C30B73F70}" srcOrd="0" destOrd="0" presId="urn:microsoft.com/office/officeart/2011/layout/InterconnectedBlockProcess"/>
    <dgm:cxn modelId="{C125C629-C362-4134-B67D-429196C8F4D7}" type="presOf" srcId="{4ADB0467-F304-4CDB-A21D-B4368EC88FC7}" destId="{0D08ED52-6744-4369-B780-916B09984775}" srcOrd="1" destOrd="0" presId="urn:microsoft.com/office/officeart/2011/layout/InterconnectedBlockProcess"/>
    <dgm:cxn modelId="{58E76652-C24F-44B0-96A9-DDF4DA4C870A}" type="presOf" srcId="{7B3055AA-BF7C-46D0-9A9E-60087B9F57B4}" destId="{00BB3360-A9BB-4051-A4B1-1216F82F642C}" srcOrd="0" destOrd="0" presId="urn:microsoft.com/office/officeart/2011/layout/InterconnectedBlockProcess"/>
    <dgm:cxn modelId="{5C3C918A-4C4A-4DEB-924A-CC330C09FB27}" type="presOf" srcId="{5E92505A-51E0-4F78-B3C5-704ACF8710DE}" destId="{2AAD338D-3122-4454-9A67-16BE024D44E3}" srcOrd="0" destOrd="0" presId="urn:microsoft.com/office/officeart/2011/layout/InterconnectedBlockProcess"/>
    <dgm:cxn modelId="{27611794-B6EF-4593-A560-02BF7692DC5A}" srcId="{7B3055AA-BF7C-46D0-9A9E-60087B9F57B4}" destId="{9FED87C4-3F3B-4A18-9185-9F80CFEDEA2E}" srcOrd="0" destOrd="0" parTransId="{669F5586-1E47-4A85-AA72-0E435BABD665}" sibTransId="{AD0D1882-5210-4A49-9875-4AAC43595580}"/>
    <dgm:cxn modelId="{940B4C9B-D5E4-4E48-A872-B455F86EA2F7}" type="presOf" srcId="{D471E45F-B026-44AA-9616-57E786AE80AF}" destId="{1C91D7E3-8940-4A33-9182-677DD5415901}" srcOrd="1" destOrd="0" presId="urn:microsoft.com/office/officeart/2011/layout/InterconnectedBlockProcess"/>
    <dgm:cxn modelId="{25C83D9F-B12A-43EF-8599-6589093E1A69}" type="presOf" srcId="{9FED87C4-3F3B-4A18-9185-9F80CFEDEA2E}" destId="{06F8D57B-EDF4-4CF4-8700-DC2CA3E3028E}" srcOrd="0" destOrd="0" presId="urn:microsoft.com/office/officeart/2011/layout/InterconnectedBlockProcess"/>
    <dgm:cxn modelId="{5F1699A0-8073-434E-8A9C-9265E0272E0B}" type="presOf" srcId="{07070320-1DC1-40B2-92C4-1D8ED2085933}" destId="{928B615F-0F8D-4140-A638-0FBB8F5BF1E9}" srcOrd="1" destOrd="0" presId="urn:microsoft.com/office/officeart/2011/layout/InterconnectedBlockProcess"/>
    <dgm:cxn modelId="{1589BAA6-3BA9-4453-BF8B-CF54CD9C02B3}" srcId="{65C051F6-A849-4495-A964-CD4C650B9C06}" destId="{07070320-1DC1-40B2-92C4-1D8ED2085933}" srcOrd="0" destOrd="0" parTransId="{6D674346-98BD-43DF-AEE1-EF6BB847F095}" sibTransId="{67757F06-01A5-46AA-A6AA-4DA86142BB5E}"/>
    <dgm:cxn modelId="{BFA93AA9-E98B-44AE-92EB-710514C23520}" type="presOf" srcId="{4ADB0467-F304-4CDB-A21D-B4368EC88FC7}" destId="{2532504F-5FE1-4C97-B485-F05E8885EACC}" srcOrd="0" destOrd="0" presId="urn:microsoft.com/office/officeart/2011/layout/InterconnectedBlockProcess"/>
    <dgm:cxn modelId="{DB3CF5B1-9E9E-486D-A68A-73D7DC22EF2A}" srcId="{A59EC69B-8F3F-425B-819F-E8C557946AEE}" destId="{4ADB0467-F304-4CDB-A21D-B4368EC88FC7}" srcOrd="0" destOrd="0" parTransId="{8C12E0DA-BB83-4077-98FD-48EE88E24421}" sibTransId="{FDCC0ADA-5209-4656-BC40-FC7009588A7D}"/>
    <dgm:cxn modelId="{AD0A74B8-550A-4F0D-9A26-ADB7CD7A34B7}" type="presOf" srcId="{988D96B0-D16E-4763-B393-84178CF4FF50}" destId="{65257024-FAC0-4522-B139-1CC85B547BE8}" srcOrd="0" destOrd="0" presId="urn:microsoft.com/office/officeart/2011/layout/InterconnectedBlockProcess"/>
    <dgm:cxn modelId="{6C7D4BBB-EED6-4011-9FBC-87F683D5B245}" srcId="{5751524B-FB67-4894-A0C5-35151E149D68}" destId="{7B3055AA-BF7C-46D0-9A9E-60087B9F57B4}" srcOrd="1" destOrd="0" parTransId="{F772EF41-D2BB-4368-8327-B4E332165F48}" sibTransId="{B81593E2-4CAC-4783-8D2D-E9DDD236A942}"/>
    <dgm:cxn modelId="{D1BA1DD0-A52A-47BF-962D-9810C87E1576}" srcId="{5751524B-FB67-4894-A0C5-35151E149D68}" destId="{A59EC69B-8F3F-425B-819F-E8C557946AEE}" srcOrd="2" destOrd="0" parTransId="{0095C3CB-916F-4060-A8DA-DD282FB51587}" sibTransId="{2868AD8D-4E38-46CE-A972-709857BF40AC}"/>
    <dgm:cxn modelId="{B30409E2-46BA-4638-8A0C-94DD4378C1EC}" type="presOf" srcId="{5D3901D8-9096-415F-8674-E4E1F94832DA}" destId="{FC0F1314-3294-4A8C-8DCE-EB53E236164C}" srcOrd="0" destOrd="0" presId="urn:microsoft.com/office/officeart/2011/layout/InterconnectedBlockProcess"/>
    <dgm:cxn modelId="{D95A05E5-1205-4AD1-9AA3-74CA7A4B9EF2}" type="presOf" srcId="{9FED87C4-3F3B-4A18-9185-9F80CFEDEA2E}" destId="{6BCCFBA6-7A43-4631-AD7F-AFB10E1E6CD7}" srcOrd="1" destOrd="0" presId="urn:microsoft.com/office/officeart/2011/layout/InterconnectedBlockProcess"/>
    <dgm:cxn modelId="{166ED4E8-AA4E-49B6-B705-F030391ED6EE}" type="presOf" srcId="{07070320-1DC1-40B2-92C4-1D8ED2085933}" destId="{8CAE5A4D-0C7B-48A6-917B-0B8433D0574B}" srcOrd="0" destOrd="0" presId="urn:microsoft.com/office/officeart/2011/layout/InterconnectedBlockProcess"/>
    <dgm:cxn modelId="{DA8CD5E8-B2EE-41E4-8EC6-CFB41D688F68}" srcId="{5751524B-FB67-4894-A0C5-35151E149D68}" destId="{5E92505A-51E0-4F78-B3C5-704ACF8710DE}" srcOrd="3" destOrd="0" parTransId="{765B1266-7CE2-4F9C-AE38-D97DFBC1B151}" sibTransId="{5E9E6A6F-635A-4791-A107-01E95B62EA08}"/>
    <dgm:cxn modelId="{213653EA-557B-4332-B83B-6F7A4CA986CB}" srcId="{5E92505A-51E0-4F78-B3C5-704ACF8710DE}" destId="{5D3901D8-9096-415F-8674-E4E1F94832DA}" srcOrd="0" destOrd="0" parTransId="{13109BED-532B-44EB-890A-DBC55FFA23B6}" sibTransId="{A85A8464-8871-45A9-AAED-212825100E94}"/>
    <dgm:cxn modelId="{AEE28BEF-3F73-41A5-9307-D42A450FCA17}" srcId="{988D96B0-D16E-4763-B393-84178CF4FF50}" destId="{D471E45F-B026-44AA-9616-57E786AE80AF}" srcOrd="0" destOrd="0" parTransId="{326A986D-69A4-4AC0-AD9B-462FFC9C3F18}" sibTransId="{304E70AD-39C7-4C28-BF7B-6EE91BAE97B7}"/>
    <dgm:cxn modelId="{8CB593F6-6C5D-4606-B959-3E27F9872EC1}" srcId="{5751524B-FB67-4894-A0C5-35151E149D68}" destId="{988D96B0-D16E-4763-B393-84178CF4FF50}" srcOrd="0" destOrd="0" parTransId="{080A6B9D-C27D-4227-AC65-3C97878D78C4}" sibTransId="{19B27CEC-4BAD-44A7-A9A7-B7A8B23ADCFD}"/>
    <dgm:cxn modelId="{BA3911EC-283D-4FE0-BD2A-4C3459371EE9}" type="presParOf" srcId="{A6BCDA7B-D633-438F-B44D-CB4D60E5C492}" destId="{0EA92EC0-9C6F-4663-B822-B1E8E3DCB13B}" srcOrd="0" destOrd="0" presId="urn:microsoft.com/office/officeart/2011/layout/InterconnectedBlockProcess"/>
    <dgm:cxn modelId="{1EDBEF38-7069-4A80-88A4-D49C02CAA5E4}" type="presParOf" srcId="{0EA92EC0-9C6F-4663-B822-B1E8E3DCB13B}" destId="{8CAE5A4D-0C7B-48A6-917B-0B8433D0574B}" srcOrd="0" destOrd="0" presId="urn:microsoft.com/office/officeart/2011/layout/InterconnectedBlockProcess"/>
    <dgm:cxn modelId="{FD95BC11-BC93-47BA-B283-371C099AF1AD}" type="presParOf" srcId="{A6BCDA7B-D633-438F-B44D-CB4D60E5C492}" destId="{928B615F-0F8D-4140-A638-0FBB8F5BF1E9}" srcOrd="1" destOrd="0" presId="urn:microsoft.com/office/officeart/2011/layout/InterconnectedBlockProcess"/>
    <dgm:cxn modelId="{A02166CE-2B20-436D-AF28-8342A22134F7}" type="presParOf" srcId="{A6BCDA7B-D633-438F-B44D-CB4D60E5C492}" destId="{C73DE52A-2F45-45E6-AD0E-D5BEAF609F8E}" srcOrd="2" destOrd="0" presId="urn:microsoft.com/office/officeart/2011/layout/InterconnectedBlockProcess"/>
    <dgm:cxn modelId="{EF68827D-5F4A-488B-9569-C6B84C6E22B2}" type="presParOf" srcId="{A6BCDA7B-D633-438F-B44D-CB4D60E5C492}" destId="{EA3B7F60-AEEC-41A8-8A2C-D3679EFCD073}" srcOrd="3" destOrd="0" presId="urn:microsoft.com/office/officeart/2011/layout/InterconnectedBlockProcess"/>
    <dgm:cxn modelId="{AA6818F2-EB06-4F0B-AB64-08A61B86B1F5}" type="presParOf" srcId="{EA3B7F60-AEEC-41A8-8A2C-D3679EFCD073}" destId="{FC0F1314-3294-4A8C-8DCE-EB53E236164C}" srcOrd="0" destOrd="0" presId="urn:microsoft.com/office/officeart/2011/layout/InterconnectedBlockProcess"/>
    <dgm:cxn modelId="{515B5789-A9FD-48CC-AEC5-3887D1DCB166}" type="presParOf" srcId="{A6BCDA7B-D633-438F-B44D-CB4D60E5C492}" destId="{98225A61-A0EC-450A-BED8-EF2E47E8FD18}" srcOrd="4" destOrd="0" presId="urn:microsoft.com/office/officeart/2011/layout/InterconnectedBlockProcess"/>
    <dgm:cxn modelId="{EC041B1B-950E-47B0-AC02-75FE785BC810}" type="presParOf" srcId="{A6BCDA7B-D633-438F-B44D-CB4D60E5C492}" destId="{2AAD338D-3122-4454-9A67-16BE024D44E3}" srcOrd="5" destOrd="0" presId="urn:microsoft.com/office/officeart/2011/layout/InterconnectedBlockProcess"/>
    <dgm:cxn modelId="{3432AE63-9FD1-4BC7-9DEF-3B96DC1D18B6}" type="presParOf" srcId="{A6BCDA7B-D633-438F-B44D-CB4D60E5C492}" destId="{96AFCF47-32CA-4C44-9E3C-782007B7112E}" srcOrd="6" destOrd="0" presId="urn:microsoft.com/office/officeart/2011/layout/InterconnectedBlockProcess"/>
    <dgm:cxn modelId="{923E99A6-341B-451C-8867-E92FC25AC53B}" type="presParOf" srcId="{96AFCF47-32CA-4C44-9E3C-782007B7112E}" destId="{2532504F-5FE1-4C97-B485-F05E8885EACC}" srcOrd="0" destOrd="0" presId="urn:microsoft.com/office/officeart/2011/layout/InterconnectedBlockProcess"/>
    <dgm:cxn modelId="{D722F7D5-C052-4884-8CB8-8D1A48BD812B}" type="presParOf" srcId="{A6BCDA7B-D633-438F-B44D-CB4D60E5C492}" destId="{0D08ED52-6744-4369-B780-916B09984775}" srcOrd="7" destOrd="0" presId="urn:microsoft.com/office/officeart/2011/layout/InterconnectedBlockProcess"/>
    <dgm:cxn modelId="{3AD2F176-129A-4447-ADA9-E3E89DF9D891}" type="presParOf" srcId="{A6BCDA7B-D633-438F-B44D-CB4D60E5C492}" destId="{4C66D42D-7E6D-4563-AFDC-369C30B73F70}" srcOrd="8" destOrd="0" presId="urn:microsoft.com/office/officeart/2011/layout/InterconnectedBlockProcess"/>
    <dgm:cxn modelId="{D208DA9D-BE25-4BF1-B0BD-F2F14E865E97}" type="presParOf" srcId="{A6BCDA7B-D633-438F-B44D-CB4D60E5C492}" destId="{C1269CE6-C767-48CC-AAFD-A238D1FFDABA}" srcOrd="9" destOrd="0" presId="urn:microsoft.com/office/officeart/2011/layout/InterconnectedBlockProcess"/>
    <dgm:cxn modelId="{2AC68A3D-1C33-40F1-A5CE-D5AFE03E40CC}" type="presParOf" srcId="{C1269CE6-C767-48CC-AAFD-A238D1FFDABA}" destId="{06F8D57B-EDF4-4CF4-8700-DC2CA3E3028E}" srcOrd="0" destOrd="0" presId="urn:microsoft.com/office/officeart/2011/layout/InterconnectedBlockProcess"/>
    <dgm:cxn modelId="{1AC84B5C-9F91-4220-9E7F-5BE6D44EABB4}" type="presParOf" srcId="{A6BCDA7B-D633-438F-B44D-CB4D60E5C492}" destId="{6BCCFBA6-7A43-4631-AD7F-AFB10E1E6CD7}" srcOrd="10" destOrd="0" presId="urn:microsoft.com/office/officeart/2011/layout/InterconnectedBlockProcess"/>
    <dgm:cxn modelId="{4D501E81-798D-4E10-9739-3749808FDBE7}" type="presParOf" srcId="{A6BCDA7B-D633-438F-B44D-CB4D60E5C492}" destId="{00BB3360-A9BB-4051-A4B1-1216F82F642C}" srcOrd="11" destOrd="0" presId="urn:microsoft.com/office/officeart/2011/layout/InterconnectedBlockProcess"/>
    <dgm:cxn modelId="{61C4626E-22F6-45E2-856C-8C7D72EEE8E3}" type="presParOf" srcId="{A6BCDA7B-D633-438F-B44D-CB4D60E5C492}" destId="{7305DF14-0FF5-45E4-8B19-015814092DBD}" srcOrd="12" destOrd="0" presId="urn:microsoft.com/office/officeart/2011/layout/InterconnectedBlockProcess"/>
    <dgm:cxn modelId="{40E047E4-8B96-4BE3-A685-38A19A4860FE}" type="presParOf" srcId="{7305DF14-0FF5-45E4-8B19-015814092DBD}" destId="{A134CDD1-D85F-44EF-8BEE-9F99A855C1E6}" srcOrd="0" destOrd="0" presId="urn:microsoft.com/office/officeart/2011/layout/InterconnectedBlockProcess"/>
    <dgm:cxn modelId="{7D071F6A-A4AA-4BFF-AC77-DA71956DD8F9}" type="presParOf" srcId="{A6BCDA7B-D633-438F-B44D-CB4D60E5C492}" destId="{1C91D7E3-8940-4A33-9182-677DD5415901}" srcOrd="13" destOrd="0" presId="urn:microsoft.com/office/officeart/2011/layout/InterconnectedBlockProcess"/>
    <dgm:cxn modelId="{189850BB-B69B-4D35-82C0-6BC106290228}" type="presParOf" srcId="{A6BCDA7B-D633-438F-B44D-CB4D60E5C492}" destId="{65257024-FAC0-4522-B139-1CC85B547BE8}" srcOrd="14" destOrd="0" presId="urn:microsoft.com/office/officeart/2011/layout/InterconnectedBlockProces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CAE5A4D-0C7B-48A6-917B-0B8433D0574B}">
      <dsp:nvSpPr>
        <dsp:cNvPr id="0" name=""/>
        <dsp:cNvSpPr/>
      </dsp:nvSpPr>
      <dsp:spPr>
        <a:xfrm>
          <a:off x="7173684" y="811638"/>
          <a:ext cx="1278320" cy="3246556"/>
        </a:xfrm>
        <a:prstGeom prst="wedgeRectCallout">
          <a:avLst>
            <a:gd name="adj1" fmla="val 0"/>
            <a:gd name="adj2" fmla="val 0"/>
          </a:avLst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3500" tIns="63500" rIns="63500" bIns="63500" numCol="1" spcCol="1270" anchor="t" anchorCtr="0">
          <a:noAutofit/>
        </a:bodyPr>
        <a:lstStyle/>
        <a:p>
          <a:pPr marL="0" lvl="0" indent="0" algn="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latin typeface="New roman"/>
            </a:rPr>
            <a:t>Final system integration and documentation.</a:t>
          </a:r>
          <a:endParaRPr lang="en-IN" sz="2000" kern="1200" dirty="0">
            <a:latin typeface="New roman"/>
          </a:endParaRPr>
        </a:p>
      </dsp:txBody>
      <dsp:txXfrm>
        <a:off x="7335949" y="811638"/>
        <a:ext cx="1116055" cy="3246555"/>
      </dsp:txXfrm>
    </dsp:sp>
    <dsp:sp modelId="{C73DE52A-2F45-45E6-AD0E-D5BEAF609F8E}">
      <dsp:nvSpPr>
        <dsp:cNvPr id="0" name=""/>
        <dsp:cNvSpPr/>
      </dsp:nvSpPr>
      <dsp:spPr>
        <a:xfrm>
          <a:off x="7173684" y="0"/>
          <a:ext cx="1278320" cy="811638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0" tIns="63500" rIns="63500" bIns="635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Final Review</a:t>
          </a:r>
        </a:p>
      </dsp:txBody>
      <dsp:txXfrm>
        <a:off x="7173684" y="0"/>
        <a:ext cx="1278320" cy="811638"/>
      </dsp:txXfrm>
    </dsp:sp>
    <dsp:sp modelId="{FC0F1314-3294-4A8C-8DCE-EB53E236164C}">
      <dsp:nvSpPr>
        <dsp:cNvPr id="0" name=""/>
        <dsp:cNvSpPr/>
      </dsp:nvSpPr>
      <dsp:spPr>
        <a:xfrm>
          <a:off x="5898557" y="811638"/>
          <a:ext cx="1278320" cy="3043646"/>
        </a:xfrm>
        <a:prstGeom prst="wedgeRectCallout">
          <a:avLst>
            <a:gd name="adj1" fmla="val 62500"/>
            <a:gd name="adj2" fmla="val 20830"/>
          </a:avLst>
        </a:prstGeom>
        <a:solidFill>
          <a:schemeClr val="accent1">
            <a:tint val="50000"/>
            <a:hueOff val="-3179766"/>
            <a:satOff val="8519"/>
            <a:lumOff val="3094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3500" tIns="63500" rIns="63500" bIns="63500" numCol="1" spcCol="1270" anchor="t" anchorCtr="0">
          <a:noAutofit/>
        </a:bodyPr>
        <a:lstStyle/>
        <a:p>
          <a:pPr marL="0" lvl="0" indent="0" algn="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latin typeface="New roman"/>
            </a:rPr>
            <a:t>Model training, testing and performance testing</a:t>
          </a:r>
          <a:endParaRPr lang="en-IN" sz="2000" kern="1200" dirty="0">
            <a:latin typeface="New roman"/>
          </a:endParaRPr>
        </a:p>
      </dsp:txBody>
      <dsp:txXfrm>
        <a:off x="6060823" y="811638"/>
        <a:ext cx="1116055" cy="3043646"/>
      </dsp:txXfrm>
    </dsp:sp>
    <dsp:sp modelId="{2AAD338D-3122-4454-9A67-16BE024D44E3}">
      <dsp:nvSpPr>
        <dsp:cNvPr id="0" name=""/>
        <dsp:cNvSpPr/>
      </dsp:nvSpPr>
      <dsp:spPr>
        <a:xfrm>
          <a:off x="5898557" y="101454"/>
          <a:ext cx="1278320" cy="710184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0" tIns="63500" rIns="63500" bIns="635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Review 4</a:t>
          </a:r>
        </a:p>
      </dsp:txBody>
      <dsp:txXfrm>
        <a:off x="5898557" y="101454"/>
        <a:ext cx="1278320" cy="710184"/>
      </dsp:txXfrm>
    </dsp:sp>
    <dsp:sp modelId="{2532504F-5FE1-4C97-B485-F05E8885EACC}">
      <dsp:nvSpPr>
        <dsp:cNvPr id="0" name=""/>
        <dsp:cNvSpPr/>
      </dsp:nvSpPr>
      <dsp:spPr>
        <a:xfrm>
          <a:off x="4620236" y="811638"/>
          <a:ext cx="1278320" cy="2840736"/>
        </a:xfrm>
        <a:prstGeom prst="wedgeRectCallout">
          <a:avLst>
            <a:gd name="adj1" fmla="val 62500"/>
            <a:gd name="adj2" fmla="val 20830"/>
          </a:avLst>
        </a:prstGeom>
        <a:solidFill>
          <a:schemeClr val="accent1">
            <a:tint val="50000"/>
            <a:hueOff val="-6359532"/>
            <a:satOff val="17037"/>
            <a:lumOff val="618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t" anchorCtr="0">
          <a:noAutofit/>
        </a:bodyPr>
        <a:lstStyle/>
        <a:p>
          <a:pPr marL="0" lvl="0" indent="0" algn="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Data collection, preprocessing and initial model implementation.</a:t>
          </a:r>
          <a:endParaRPr lang="en-IN" sz="1800" kern="1200" dirty="0"/>
        </a:p>
      </dsp:txBody>
      <dsp:txXfrm>
        <a:off x="4782502" y="811638"/>
        <a:ext cx="1116055" cy="2840736"/>
      </dsp:txXfrm>
    </dsp:sp>
    <dsp:sp modelId="{4C66D42D-7E6D-4563-AFDC-369C30B73F70}">
      <dsp:nvSpPr>
        <dsp:cNvPr id="0" name=""/>
        <dsp:cNvSpPr/>
      </dsp:nvSpPr>
      <dsp:spPr>
        <a:xfrm>
          <a:off x="4620236" y="206156"/>
          <a:ext cx="1278320" cy="608729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0" tIns="63500" rIns="63500" bIns="635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Review 3</a:t>
          </a:r>
        </a:p>
      </dsp:txBody>
      <dsp:txXfrm>
        <a:off x="4620236" y="206156"/>
        <a:ext cx="1278320" cy="608729"/>
      </dsp:txXfrm>
    </dsp:sp>
    <dsp:sp modelId="{06F8D57B-EDF4-4CF4-8700-DC2CA3E3028E}">
      <dsp:nvSpPr>
        <dsp:cNvPr id="0" name=""/>
        <dsp:cNvSpPr/>
      </dsp:nvSpPr>
      <dsp:spPr>
        <a:xfrm>
          <a:off x="3341915" y="811638"/>
          <a:ext cx="1278320" cy="2637826"/>
        </a:xfrm>
        <a:prstGeom prst="wedgeRectCallout">
          <a:avLst>
            <a:gd name="adj1" fmla="val 62500"/>
            <a:gd name="adj2" fmla="val 20830"/>
          </a:avLst>
        </a:prstGeom>
        <a:solidFill>
          <a:schemeClr val="accent1">
            <a:tint val="50000"/>
            <a:hueOff val="-9539299"/>
            <a:satOff val="25556"/>
            <a:lumOff val="928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t" anchorCtr="0">
          <a:noAutofit/>
        </a:bodyPr>
        <a:lstStyle/>
        <a:p>
          <a:pPr marL="0" lvl="0" indent="0" algn="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Literature survey, learning Transformer models</a:t>
          </a:r>
        </a:p>
      </dsp:txBody>
      <dsp:txXfrm>
        <a:off x="3504181" y="811638"/>
        <a:ext cx="1116055" cy="2637826"/>
      </dsp:txXfrm>
    </dsp:sp>
    <dsp:sp modelId="{00BB3360-A9BB-4051-A4B1-1216F82F642C}">
      <dsp:nvSpPr>
        <dsp:cNvPr id="0" name=""/>
        <dsp:cNvSpPr/>
      </dsp:nvSpPr>
      <dsp:spPr>
        <a:xfrm>
          <a:off x="3341915" y="304364"/>
          <a:ext cx="1278320" cy="507274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0" tIns="63500" rIns="63500" bIns="635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Review 2</a:t>
          </a:r>
        </a:p>
      </dsp:txBody>
      <dsp:txXfrm>
        <a:off x="3341915" y="304364"/>
        <a:ext cx="1278320" cy="507274"/>
      </dsp:txXfrm>
    </dsp:sp>
    <dsp:sp modelId="{A134CDD1-D85F-44EF-8BEE-9F99A855C1E6}">
      <dsp:nvSpPr>
        <dsp:cNvPr id="0" name=""/>
        <dsp:cNvSpPr/>
      </dsp:nvSpPr>
      <dsp:spPr>
        <a:xfrm>
          <a:off x="2063594" y="811638"/>
          <a:ext cx="1278320" cy="2434917"/>
        </a:xfrm>
        <a:prstGeom prst="wedgeRectCallout">
          <a:avLst>
            <a:gd name="adj1" fmla="val 62500"/>
            <a:gd name="adj2" fmla="val 20830"/>
          </a:avLst>
        </a:prstGeom>
        <a:solidFill>
          <a:schemeClr val="accent1">
            <a:tint val="50000"/>
            <a:hueOff val="-12719064"/>
            <a:satOff val="34075"/>
            <a:lumOff val="12376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t" anchorCtr="0">
          <a:noAutofit/>
        </a:bodyPr>
        <a:lstStyle/>
        <a:p>
          <a:pPr marL="0" lvl="0" indent="0" algn="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Introduction to project, understanding WAF and cybersecurity basics</a:t>
          </a:r>
        </a:p>
      </dsp:txBody>
      <dsp:txXfrm>
        <a:off x="2225860" y="811638"/>
        <a:ext cx="1116055" cy="2434917"/>
      </dsp:txXfrm>
    </dsp:sp>
    <dsp:sp modelId="{65257024-FAC0-4522-B139-1CC85B547BE8}">
      <dsp:nvSpPr>
        <dsp:cNvPr id="0" name=""/>
        <dsp:cNvSpPr/>
      </dsp:nvSpPr>
      <dsp:spPr>
        <a:xfrm>
          <a:off x="2063594" y="405819"/>
          <a:ext cx="1278320" cy="405819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0" tIns="63500" rIns="63500" bIns="635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Review 1</a:t>
          </a:r>
        </a:p>
      </dsp:txBody>
      <dsp:txXfrm>
        <a:off x="2063594" y="405819"/>
        <a:ext cx="1278320" cy="40581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1/layout/InterconnectedBlockProcess">
  <dgm:title val="Interconnected Block Process"/>
  <dgm:desc val="Use to show sequential steps in a process. Works best with small amounts of Level 1 text and medium amounts of Level 2 text."/>
  <dgm:catLst>
    <dgm:cat type="process" pri="5500"/>
    <dgm:cat type="officeonline" pri="35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2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  <dgm:pt modelId="40">
          <dgm:prSet phldr="1"/>
        </dgm:pt>
        <dgm:pt modelId="4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2" destOrd="0"/>
        <dgm:cxn modelId="32" srcId="30" destId="31" srcOrd="0" destOrd="0"/>
        <dgm:cxn modelId="70" srcId="0" destId="40" srcOrd="2" destOrd="0"/>
        <dgm:cxn modelId="42" srcId="40" destId="41" srcOrd="0" destOrd="0"/>
      </dgm:cxnLst>
      <dgm:bg/>
      <dgm:whole/>
    </dgm:dataModel>
  </dgm:clrData>
  <dgm:layoutNode name="Name0">
    <dgm:varLst>
      <dgm:chMax val="7"/>
      <dgm:chPref val="5"/>
      <dgm:dir/>
      <dgm:animOne val="branch"/>
      <dgm:animLvl val="lvl"/>
    </dgm:varLst>
    <dgm:shape xmlns:r="http://schemas.openxmlformats.org/officeDocument/2006/relationships" r:blip="">
      <dgm:adjLst/>
    </dgm:shape>
    <dgm:choose name="Name1">
      <dgm:if name="Name2" func="var" arg="dir" op="equ" val="norm">
        <dgm:choose name="Name3">
          <dgm:if name="Name4" axis="ch" ptType="node" func="cnt" op="equ" val="1">
            <dgm:alg type="composite">
              <dgm:param type="ar" val="0.45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ChildAccent1" refType="w" fact="0"/>
              <dgm:constr type="t" for="ch" forName="ChildAccent1" refType="h" fact="0.1429"/>
              <dgm:constr type="w" for="ch" forName="ChildAccent1" refType="w"/>
              <dgm:constr type="h" for="ch" forName="ChildAccent1" refType="h" fact="0.8571"/>
              <dgm:constr type="l" for="ch" forName="Child1" refType="w" fact="0.127"/>
              <dgm:constr type="t" for="ch" forName="Child1" refType="h" fact="0.1429"/>
              <dgm:constr type="w" for="ch" forName="Child1" refType="w" fact="0.873"/>
              <dgm:constr type="h" for="ch" forName="Child1" refType="h" fact="0.8571"/>
              <dgm:constr type="l" for="ch" forName="Parent1" refType="w" fact="0"/>
              <dgm:constr type="t" for="ch" forName="Parent1" refType="h" fact="0"/>
              <dgm:constr type="w" for="ch" forName="Parent1" refType="w"/>
              <dgm:constr type="h" for="ch" forName="Parent1" refType="h" fact="0.1429"/>
            </dgm:constrLst>
          </dgm:if>
          <dgm:if name="Name5" axis="ch" ptType="node" func="cnt" op="equ" val="2">
            <dgm:alg type="composite">
              <dgm:param type="ar" val="0.812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l" for="ch" forName="ChildAccent1" refType="w" fact="0"/>
              <dgm:constr type="t" for="ch" forName="ChildAccent1" refType="h" fact="0.1613"/>
              <dgm:constr type="w" for="ch" forName="ChildAccent1" refType="w" fact="0.5"/>
              <dgm:constr type="h" for="ch" forName="ChildAccent1" refType="h" fact="0.7742"/>
              <dgm:constr type="l" for="ch" forName="Child1" refType="w" fact="0.0635"/>
              <dgm:constr type="t" for="ch" forName="Child1" refType="h" fact="0.1613"/>
              <dgm:constr type="w" for="ch" forName="Child1" refType="w" fact="0.4365"/>
              <dgm:constr type="h" for="ch" forName="Child1" refType="h" fact="0.7742"/>
              <dgm:constr type="l" for="ch" forName="Parent1" refType="w" fact="0"/>
              <dgm:constr type="t" for="ch" forName="Parent1" refType="h" fact="0.0323"/>
              <dgm:constr type="w" for="ch" forName="Parent1" refType="w" fact="0.5"/>
              <dgm:constr type="h" for="ch" forName="Parent1" refType="h" fact="0.129"/>
              <dgm:constr type="l" for="ch" forName="ChildAccent2" refType="w" fact="0.5"/>
              <dgm:constr type="t" for="ch" forName="ChildAccent2" refType="h" fact="0.1613"/>
              <dgm:constr type="w" for="ch" forName="ChildAccent2" refType="w" fact="0.5"/>
              <dgm:constr type="h" for="ch" forName="ChildAccent2" refType="h" fact="0.8387"/>
              <dgm:constr type="l" for="ch" forName="Child2" refType="w" fact="0.5635"/>
              <dgm:constr type="t" for="ch" forName="Child2" refType="h" fact="0.1613"/>
              <dgm:constr type="w" for="ch" forName="Child2" refType="w" fact="0.4365"/>
              <dgm:constr type="h" for="ch" forName="Child2" refType="h" fact="0.8387"/>
              <dgm:constr type="l" for="ch" forName="Parent2" refType="w" fact="0.5"/>
              <dgm:constr type="t" for="ch" forName="Parent2" refType="h" fact="0"/>
              <dgm:constr type="w" for="ch" forName="Parent2" refType="w" fact="0.5"/>
              <dgm:constr type="h" for="ch" forName="Parent2" refType="h" fact="0.1613"/>
            </dgm:constrLst>
          </dgm:if>
          <dgm:if name="Name6" axis="ch" ptType="node" func="cnt" op="equ" val="3">
            <dgm:alg type="composite">
              <dgm:param type="ar" val="1.112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ChildAccent1" refType="w" fact="0"/>
              <dgm:constr type="t" for="ch" forName="ChildAccent1" refType="h" fact="0.1757"/>
              <dgm:constr type="w" for="ch" forName="ChildAccent1" refType="w" fact="0.3333"/>
              <dgm:constr type="h" for="ch" forName="ChildAccent1" refType="h" fact="0.7066"/>
              <dgm:constr type="l" for="ch" forName="Child1" refType="w" fact="0.0423"/>
              <dgm:constr type="t" for="ch" forName="Child1" refType="h" fact="0.1757"/>
              <dgm:constr type="w" for="ch" forName="Child1" refType="w" fact="0.291"/>
              <dgm:constr type="h" for="ch" forName="Child1" refType="h" fact="0.7066"/>
              <dgm:constr type="l" for="ch" forName="Parent1" refType="w" fact="0"/>
              <dgm:constr type="t" for="ch" forName="Parent1" refType="h" fact="0.0579"/>
              <dgm:constr type="w" for="ch" forName="Parent1" refType="w" fact="0.3333"/>
              <dgm:constr type="h" for="ch" forName="Parent1" refType="h" fact="0.1178"/>
              <dgm:constr type="l" for="ch" forName="ChildAccent2" refType="w" fact="0.3333"/>
              <dgm:constr type="t" for="ch" forName="ChildAccent2" refType="h" fact="0.1757"/>
              <dgm:constr type="w" for="ch" forName="ChildAccent2" refType="w" fact="0.3333"/>
              <dgm:constr type="h" for="ch" forName="ChildAccent2" refType="h" fact="0.7655"/>
              <dgm:constr type="l" for="ch" forName="Child2" refType="w" fact="0.3756"/>
              <dgm:constr type="t" for="ch" forName="Child2" refType="h" fact="0.1757"/>
              <dgm:constr type="w" for="ch" forName="Child2" refType="w" fact="0.291"/>
              <dgm:constr type="h" for="ch" forName="Child2" refType="h" fact="0.7655"/>
              <dgm:constr type="l" for="ch" forName="Parent2" refType="w" fact="0.3333"/>
              <dgm:constr type="t" for="ch" forName="Parent2" refType="h" fact="0.0285"/>
              <dgm:constr type="w" for="ch" forName="Parent2" refType="w" fact="0.3333"/>
              <dgm:constr type="h" for="ch" forName="Parent2" refType="h" fact="0.1472"/>
              <dgm:constr type="l" for="ch" forName="ChildAccent3" refType="w" fact="0.6667"/>
              <dgm:constr type="t" for="ch" forName="ChildAccent3" refType="h" fact="0.1757"/>
              <dgm:constr type="w" for="ch" forName="ChildAccent3" refType="w" fact="0.3333"/>
              <dgm:constr type="h" for="ch" forName="ChildAccent3" refType="h" fact="0.8243"/>
              <dgm:constr type="l" for="ch" forName="Child3" refType="w" fact="0.709"/>
              <dgm:constr type="t" for="ch" forName="Child3" refType="h" fact="0.1757"/>
              <dgm:constr type="w" for="ch" forName="Child3" refType="w" fact="0.291"/>
              <dgm:constr type="h" for="ch" forName="Child3" refType="h" fact="0.8243"/>
              <dgm:constr type="l" for="ch" forName="Parent3" refType="w" fact="0.6667"/>
              <dgm:constr type="t" for="ch" forName="Parent3" refType="h" fact="0"/>
              <dgm:constr type="w" for="ch" forName="Parent3" refType="w" fact="0.3333"/>
              <dgm:constr type="h" for="ch" forName="Parent3" refType="h" fact="0.176"/>
            </dgm:constrLst>
          </dgm:if>
          <dgm:if name="Name7" axis="ch" ptType="node" func="cnt" op="equ" val="4">
            <dgm:alg type="composite">
              <dgm:param type="ar" val="1.3622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ChildAccent1" refType="w" fact="0"/>
              <dgm:constr type="t" for="ch" forName="ChildAccent1" refType="h" fact="0.1892"/>
              <dgm:constr type="w" for="ch" forName="ChildAccent1" refType="w" fact="0.25"/>
              <dgm:constr type="h" for="ch" forName="ChildAccent1" refType="h" fact="0.6486"/>
              <dgm:constr type="l" for="ch" forName="Child1" refType="w" fact="0.0317"/>
              <dgm:constr type="t" for="ch" forName="Child1" refType="h" fact="0.1892"/>
              <dgm:constr type="w" for="ch" forName="Child1" refType="w" fact="0.2183"/>
              <dgm:constr type="h" for="ch" forName="Child1" refType="h" fact="0.6486"/>
              <dgm:constr type="l" for="ch" forName="Parent1" refType="w" fact="0"/>
              <dgm:constr type="t" for="ch" forName="Parent1" refType="h" fact="0.0811"/>
              <dgm:constr type="w" for="ch" forName="Parent1" refType="w" fact="0.25"/>
              <dgm:constr type="h" for="ch" forName="Parent1" refType="h" fact="0.1081"/>
              <dgm:constr type="l" for="ch" forName="ChildAccent2" refType="w" fact="0.25"/>
              <dgm:constr type="t" for="ch" forName="ChildAccent2" refType="h" fact="0.1892"/>
              <dgm:constr type="w" for="ch" forName="ChildAccent2" refType="w" fact="0.25"/>
              <dgm:constr type="h" for="ch" forName="ChildAccent2" refType="h" fact="0.7027"/>
              <dgm:constr type="l" for="ch" forName="Child2" refType="w" fact="0.2817"/>
              <dgm:constr type="t" for="ch" forName="Child2" refType="h" fact="0.1892"/>
              <dgm:constr type="w" for="ch" forName="Child2" refType="w" fact="0.2183"/>
              <dgm:constr type="h" for="ch" forName="Child2" refType="h" fact="0.7027"/>
              <dgm:constr type="l" for="ch" forName="Parent2" refType="w" fact="0.25"/>
              <dgm:constr type="t" for="ch" forName="Parent2" refType="h" fact="0.0541"/>
              <dgm:constr type="w" for="ch" forName="Parent2" refType="w" fact="0.25"/>
              <dgm:constr type="h" for="ch" forName="Parent2" refType="h" fact="0.1351"/>
              <dgm:constr type="l" for="ch" forName="ChildAccent3" refType="w" fact="0.5"/>
              <dgm:constr type="t" for="ch" forName="ChildAccent3" refType="h" fact="0.1892"/>
              <dgm:constr type="w" for="ch" forName="ChildAccent3" refType="w" fact="0.25"/>
              <dgm:constr type="h" for="ch" forName="ChildAccent3" refType="h" fact="0.7568"/>
              <dgm:constr type="l" for="ch" forName="Child3" refType="w" fact="0.5317"/>
              <dgm:constr type="t" for="ch" forName="Child3" refType="h" fact="0.1892"/>
              <dgm:constr type="w" for="ch" forName="Child3" refType="w" fact="0.2183"/>
              <dgm:constr type="h" for="ch" forName="Child3" refType="h" fact="0.7568"/>
              <dgm:constr type="l" for="ch" forName="Parent3" refType="w" fact="0.5"/>
              <dgm:constr type="t" for="ch" forName="Parent3" refType="h" fact="0.0275"/>
              <dgm:constr type="w" for="ch" forName="Parent3" refType="w" fact="0.25"/>
              <dgm:constr type="h" for="ch" forName="Parent3" refType="h" fact="0.1622"/>
              <dgm:constr type="l" for="ch" forName="ChildAccent4" refType="w" fact="0.75"/>
              <dgm:constr type="t" for="ch" forName="ChildAccent4" refType="h" fact="0.1892"/>
              <dgm:constr type="w" for="ch" forName="ChildAccent4" refType="w" fact="0.25"/>
              <dgm:constr type="h" for="ch" forName="ChildAccent4" refType="h" fact="0.8108"/>
              <dgm:constr type="l" for="ch" forName="Child4" refType="w" fact="0.7817"/>
              <dgm:constr type="t" for="ch" forName="Child4" refType="h" fact="0.1892"/>
              <dgm:constr type="w" for="ch" forName="Child4" refType="w" fact="0.2183"/>
              <dgm:constr type="h" for="ch" forName="Child4" refType="h" fact="0.8108"/>
              <dgm:constr type="l" for="ch" forName="Parent4" refType="w" fact="0.75"/>
              <dgm:constr type="t" for="ch" forName="Parent4" refType="h" fact="0"/>
              <dgm:constr type="w" for="ch" forName="Parent4" refType="w" fact="0.25"/>
              <dgm:constr type="h" for="ch" forName="Parent4" refType="h" fact="0.1892"/>
            </dgm:constrLst>
          </dgm:if>
          <dgm:if name="Name8" axis="ch" ptType="node" func="cnt" op="equ" val="5">
            <dgm:alg type="composite">
              <dgm:param type="ar" val="1.5742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l" for="ch" forName="ChildAccent1" refType="w" fact="0"/>
              <dgm:constr type="t" for="ch" forName="ChildAccent1" refType="h" fact="0.2"/>
              <dgm:constr type="w" for="ch" forName="ChildAccent1" refType="w" fact="0.2001"/>
              <dgm:constr type="h" for="ch" forName="ChildAccent1" refType="h" fact="0.6"/>
              <dgm:constr type="l" for="ch" forName="Child1" refType="w" fact="0.0254"/>
              <dgm:constr type="t" for="ch" forName="Child1" refType="h" fact="0.2"/>
              <dgm:constr type="w" for="ch" forName="Child1" refType="w" fact="0.1747"/>
              <dgm:constr type="h" for="ch" forName="Child1" refType="h" fact="0.6"/>
              <dgm:constr type="l" for="ch" forName="Parent1" refType="w" fact="0"/>
              <dgm:constr type="t" for="ch" forName="Parent1" refType="h" fact="0.1"/>
              <dgm:constr type="w" for="ch" forName="Parent1" refType="w" fact="0.2001"/>
              <dgm:constr type="h" for="ch" forName="Parent1" refType="h" fact="0.1"/>
              <dgm:constr type="l" for="ch" forName="ChildAccent2" refType="w" fact="0.2001"/>
              <dgm:constr type="t" for="ch" forName="ChildAccent2" refType="h" fact="0.2"/>
              <dgm:constr type="w" for="ch" forName="ChildAccent2" refType="w" fact="0.2001"/>
              <dgm:constr type="h" for="ch" forName="ChildAccent2" refType="h" fact="0.65"/>
              <dgm:constr type="l" for="ch" forName="Child2" refType="w" fact="0.2255"/>
              <dgm:constr type="t" for="ch" forName="Child2" refType="h" fact="0.2"/>
              <dgm:constr type="w" for="ch" forName="Child2" refType="w" fact="0.1747"/>
              <dgm:constr type="h" for="ch" forName="Child2" refType="h" fact="0.65"/>
              <dgm:constr type="l" for="ch" forName="Parent2" refType="w" fact="0.2001"/>
              <dgm:constr type="t" for="ch" forName="Parent2" refType="h" fact="0.075"/>
              <dgm:constr type="w" for="ch" forName="Parent2" refType="w" fact="0.2001"/>
              <dgm:constr type="h" for="ch" forName="Parent2" refType="h" fact="0.125"/>
              <dgm:constr type="l" for="ch" forName="ChildAccent3" refType="w" fact="0.4002"/>
              <dgm:constr type="t" for="ch" forName="ChildAccent3" refType="h" fact="0.2"/>
              <dgm:constr type="w" for="ch" forName="ChildAccent3" refType="w" fact="0.2001"/>
              <dgm:constr type="h" for="ch" forName="ChildAccent3" refType="h" fact="0.7"/>
              <dgm:constr type="l" for="ch" forName="Child3" refType="w" fact="0.4256"/>
              <dgm:constr type="t" for="ch" forName="Child3" refType="h" fact="0.2"/>
              <dgm:constr type="w" for="ch" forName="Child3" refType="w" fact="0.1747"/>
              <dgm:constr type="h" for="ch" forName="Child3" refType="h" fact="0.7"/>
              <dgm:constr type="l" for="ch" forName="Parent3" refType="w" fact="0.4002"/>
              <dgm:constr type="t" for="ch" forName="Parent3" refType="h" fact="0.0508"/>
              <dgm:constr type="w" for="ch" forName="Parent3" refType="w" fact="0.2001"/>
              <dgm:constr type="h" for="ch" forName="Parent3" refType="h" fact="0.15"/>
              <dgm:constr type="l" for="ch" forName="ChildAccent4" refType="w" fact="0.6003"/>
              <dgm:constr type="t" for="ch" forName="ChildAccent4" refType="h" fact="0.2"/>
              <dgm:constr type="w" for="ch" forName="ChildAccent4" refType="w" fact="0.2001"/>
              <dgm:constr type="h" for="ch" forName="ChildAccent4" refType="h" fact="0.75"/>
              <dgm:constr type="l" for="ch" forName="Child4" refType="w" fact="0.6257"/>
              <dgm:constr type="t" for="ch" forName="Child4" refType="h" fact="0.2"/>
              <dgm:constr type="w" for="ch" forName="Child4" refType="w" fact="0.1747"/>
              <dgm:constr type="h" for="ch" forName="Child4" refType="h" fact="0.75"/>
              <dgm:constr type="l" for="ch" forName="Parent4" refType="w" fact="0.6003"/>
              <dgm:constr type="t" for="ch" forName="Parent4" refType="h" fact="0.025"/>
              <dgm:constr type="w" for="ch" forName="Parent4" refType="w" fact="0.2001"/>
              <dgm:constr type="h" for="ch" forName="Parent4" refType="h" fact="0.175"/>
              <dgm:constr type="l" for="ch" forName="ChildAccent5" refType="w" fact="0.7999"/>
              <dgm:constr type="t" for="ch" forName="ChildAccent5" refType="h" fact="0.2"/>
              <dgm:constr type="w" for="ch" forName="ChildAccent5" refType="w" fact="0.2001"/>
              <dgm:constr type="h" for="ch" forName="ChildAccent5" refType="h" fact="0.8"/>
              <dgm:constr type="l" for="ch" forName="Child5" refType="w" fact="0.8253"/>
              <dgm:constr type="t" for="ch" forName="Child5" refType="h" fact="0.2"/>
              <dgm:constr type="w" for="ch" forName="Child5" refType="w" fact="0.1747"/>
              <dgm:constr type="h" for="ch" forName="Child5" refType="h" fact="0.8"/>
              <dgm:constr type="l" for="ch" forName="Parent5" refType="w" fact="0.7999"/>
              <dgm:constr type="t" for="ch" forName="Parent5" refType="h" fact="0"/>
              <dgm:constr type="w" for="ch" forName="Parent5" refType="w" fact="0.2001"/>
              <dgm:constr type="h" for="ch" forName="Parent5" refType="h" fact="0.2"/>
            </dgm:constrLst>
          </dgm:if>
          <dgm:if name="Name9" axis="ch" ptType="node" func="cnt" op="equ" val="6">
            <dgm:alg type="composite">
              <dgm:param type="ar" val="1.756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l" for="ch" forName="ChildAccent1" refType="w" fact="0"/>
              <dgm:constr type="t" for="ch" forName="ChildAccent1" refType="h" fact="0.2087"/>
              <dgm:constr type="w" for="ch" forName="ChildAccent1" refType="w" fact="0.167"/>
              <dgm:constr type="h" for="ch" forName="ChildAccent1" refType="h" fact="0.5586"/>
              <dgm:constr type="l" for="ch" forName="Child1" refType="w" fact="0.0212"/>
              <dgm:constr type="t" for="ch" forName="Child1" refType="h" fact="0.2087"/>
              <dgm:constr type="w" for="ch" forName="Child1" refType="w" fact="0.1458"/>
              <dgm:constr type="h" for="ch" forName="Child1" refType="h" fact="0.5586"/>
              <dgm:constr type="l" for="ch" forName="Parent1" refType="w" fact="0"/>
              <dgm:constr type="t" for="ch" forName="Parent1" refType="h" fact="0.1156"/>
              <dgm:constr type="w" for="ch" forName="Parent1" refType="w" fact="0.167"/>
              <dgm:constr type="h" for="ch" forName="Parent1" refType="h" fact="0.0931"/>
              <dgm:constr type="l" for="ch" forName="ChildAccent2" refType="w" fact="0.167"/>
              <dgm:constr type="t" for="ch" forName="ChildAccent2" refType="h" fact="0.2087"/>
              <dgm:constr type="w" for="ch" forName="ChildAccent2" refType="w" fact="0.167"/>
              <dgm:constr type="h" for="ch" forName="ChildAccent2" refType="h" fact="0.6051"/>
              <dgm:constr type="l" for="ch" forName="Child2" refType="w" fact="0.1888"/>
              <dgm:constr type="t" for="ch" forName="Child2" refType="h" fact="0.2087"/>
              <dgm:constr type="w" for="ch" forName="Child2" refType="w" fact="0.1458"/>
              <dgm:constr type="h" for="ch" forName="Child2" refType="h" fact="0.6051"/>
              <dgm:constr type="l" for="ch" forName="Parent2" refType="w" fact="0.167"/>
              <dgm:constr type="t" for="ch" forName="Parent2" refType="h" fact="0.0923"/>
              <dgm:constr type="w" for="ch" forName="Parent2" refType="w" fact="0.167"/>
              <dgm:constr type="h" for="ch" forName="Parent2" refType="h" fact="0.1164"/>
              <dgm:constr type="l" for="ch" forName="ChildAccent3" refType="w" fact="0.3339"/>
              <dgm:constr type="t" for="ch" forName="ChildAccent3" refType="h" fact="0.2087"/>
              <dgm:constr type="w" for="ch" forName="ChildAccent3" refType="w" fact="0.167"/>
              <dgm:constr type="h" for="ch" forName="ChildAccent3" refType="h" fact="0.6517"/>
              <dgm:constr type="l" for="ch" forName="Child3" refType="w" fact="0.3551"/>
              <dgm:constr type="t" for="ch" forName="Child3" refType="h" fact="0.2087"/>
              <dgm:constr type="w" for="ch" forName="Child3" refType="w" fact="0.1458"/>
              <dgm:constr type="h" for="ch" forName="Child3" refType="h" fact="0.6517"/>
              <dgm:constr type="l" for="ch" forName="Parent3" refType="w" fact="0.3339"/>
              <dgm:constr type="t" for="ch" forName="Parent3" refType="h" fact="0.0698"/>
              <dgm:constr type="w" for="ch" forName="Parent3" refType="w" fact="0.167"/>
              <dgm:constr type="h" for="ch" forName="Parent3" refType="h" fact="0.1396"/>
              <dgm:constr type="l" for="ch" forName="ChildAccent4" refType="w" fact="0.5009"/>
              <dgm:constr type="t" for="ch" forName="ChildAccent4" refType="h" fact="0.2087"/>
              <dgm:constr type="w" for="ch" forName="ChildAccent4" refType="w" fact="0.167"/>
              <dgm:constr type="h" for="ch" forName="ChildAccent4" refType="h" fact="0.6982"/>
              <dgm:constr type="l" for="ch" forName="Child4" refType="w" fact="0.5221"/>
              <dgm:constr type="t" for="ch" forName="Child4" refType="h" fact="0.2087"/>
              <dgm:constr type="w" for="ch" forName="Child4" refType="w" fact="0.1458"/>
              <dgm:constr type="h" for="ch" forName="Child4" refType="h" fact="0.6982"/>
              <dgm:constr type="l" for="ch" forName="Parent4" refType="w" fact="0.501"/>
              <dgm:constr type="t" for="ch" forName="Parent4" refType="h" fact="0.0458"/>
              <dgm:constr type="w" for="ch" forName="Parent4" refType="w" fact="0.167"/>
              <dgm:constr type="h" for="ch" forName="Parent4" refType="h" fact="0.1629"/>
              <dgm:constr type="l" for="ch" forName="ChildAccent5" refType="w" fact="0.6674"/>
              <dgm:constr type="t" for="ch" forName="ChildAccent5" refType="h" fact="0.2087"/>
              <dgm:constr type="w" for="ch" forName="ChildAccent5" refType="w" fact="0.167"/>
              <dgm:constr type="h" for="ch" forName="ChildAccent5" refType="h" fact="0.7448"/>
              <dgm:constr type="l" for="ch" forName="Child5" refType="w" fact="0.6886"/>
              <dgm:constr type="t" for="ch" forName="Child5" refType="h" fact="0.2087"/>
              <dgm:constr type="w" for="ch" forName="Child5" refType="w" fact="0.1458"/>
              <dgm:constr type="h" for="ch" forName="Child5" refType="h" fact="0.7448"/>
              <dgm:constr type="l" for="ch" forName="Parent5" refType="w" fact="0.668"/>
              <dgm:constr type="t" for="ch" forName="Parent5" refType="h" fact="0.0225"/>
              <dgm:constr type="w" for="ch" forName="Parent5" refType="w" fact="0.167"/>
              <dgm:constr type="h" for="ch" forName="Parent5" refType="h" fact="0.1862"/>
              <dgm:constr type="l" for="ch" forName="ChildAccent6" refType="w" fact="0.833"/>
              <dgm:constr type="t" for="ch" forName="ChildAccent6" refType="h" fact="0.2087"/>
              <dgm:constr type="w" for="ch" forName="ChildAccent6" refType="w" fact="0.167"/>
              <dgm:constr type="h" for="ch" forName="ChildAccent6" refType="h" fact="0.7913"/>
              <dgm:constr type="l" for="ch" forName="Child6" refType="w" fact="0.8542"/>
              <dgm:constr type="t" for="ch" forName="Child6" refType="h" fact="0.2087"/>
              <dgm:constr type="w" for="ch" forName="Child6" refType="w" fact="0.1458"/>
              <dgm:constr type="h" for="ch" forName="Child6" refType="h" fact="0.7913"/>
              <dgm:constr type="l" for="ch" forName="Parent6" refType="w" fact="0.835"/>
              <dgm:constr type="t" for="ch" forName="Parent6" refType="h" fact="0"/>
              <dgm:constr type="w" for="ch" forName="Parent6" refType="w" fact="0.165"/>
              <dgm:constr type="h" for="ch" forName="Parent6" refType="h" fact="0.2095"/>
            </dgm:constrLst>
          </dgm:if>
          <dgm:else name="Name10">
            <dgm:alg type="composite">
              <dgm:param type="ar" val="1.9137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l" for="ch" forName="ChildAccent1" refType="w" fact="0"/>
              <dgm:constr type="t" for="ch" forName="ChildAccent1" refType="h" fact="0.2168"/>
              <dgm:constr type="w" for="ch" forName="ChildAccent1" refType="w" fact="0.1432"/>
              <dgm:constr type="h" for="ch" forName="ChildAccent1" refType="h" fact="0.5221"/>
              <dgm:constr type="l" for="ch" forName="Child1" refType="w" fact="0.0182"/>
              <dgm:constr type="t" for="ch" forName="Child1" refType="h" fact="0.2168"/>
              <dgm:constr type="w" for="ch" forName="Child1" refType="w" fact="0.125"/>
              <dgm:constr type="h" for="ch" forName="Child1" refType="h" fact="0.5221"/>
              <dgm:constr type="l" for="ch" forName="Parent1" refType="w" fact="0"/>
              <dgm:constr type="t" for="ch" forName="Parent1" refType="h" fact="0.1298"/>
              <dgm:constr type="w" for="ch" forName="Parent1" refType="w" fact="0.1432"/>
              <dgm:constr type="h" for="ch" forName="Parent1" refType="h" fact="0.087"/>
              <dgm:constr type="l" for="ch" forName="ChildAccent2" refType="w" fact="0.1432"/>
              <dgm:constr type="t" for="ch" forName="ChildAccent2" refType="h" fact="0.2168"/>
              <dgm:constr type="w" for="ch" forName="ChildAccent2" refType="w" fact="0.1432"/>
              <dgm:constr type="h" for="ch" forName="ChildAccent2" refType="h" fact="0.5656"/>
              <dgm:constr type="l" for="ch" forName="Child2" refType="w" fact="0.1614"/>
              <dgm:constr type="t" for="ch" forName="Child2" refType="h" fact="0.2168"/>
              <dgm:constr type="w" for="ch" forName="Child2" refType="w" fact="0.125"/>
              <dgm:constr type="h" for="ch" forName="Child2" refType="h" fact="0.5656"/>
              <dgm:constr type="l" for="ch" forName="Parent2" refType="w" fact="0.1432"/>
              <dgm:constr type="t" for="ch" forName="Parent2" refType="h" fact="0.108"/>
              <dgm:constr type="w" for="ch" forName="Parent2" refType="w" fact="0.1432"/>
              <dgm:constr type="h" for="ch" forName="Parent2" refType="h" fact="0.1088"/>
              <dgm:constr type="l" for="ch" forName="ChildAccent3" refType="w" fact="0.2865"/>
              <dgm:constr type="t" for="ch" forName="ChildAccent3" refType="h" fact="0.2168"/>
              <dgm:constr type="w" for="ch" forName="ChildAccent3" refType="w" fact="0.1432"/>
              <dgm:constr type="h" for="ch" forName="ChildAccent3" refType="h" fact="0.6091"/>
              <dgm:constr type="l" for="ch" forName="Child3" refType="w" fact="0.3047"/>
              <dgm:constr type="t" for="ch" forName="Child3" refType="h" fact="0.2168"/>
              <dgm:constr type="w" for="ch" forName="Child3" refType="w" fact="0.125"/>
              <dgm:constr type="h" for="ch" forName="Child3" refType="h" fact="0.6091"/>
              <dgm:constr type="l" for="ch" forName="Parent3" refType="w" fact="0.2865"/>
              <dgm:constr type="t" for="ch" forName="Parent3" refType="h" fact="0.087"/>
              <dgm:constr type="w" for="ch" forName="Parent3" refType="w" fact="0.1432"/>
              <dgm:constr type="h" for="ch" forName="Parent3" refType="h" fact="0.1305"/>
              <dgm:constr type="l" for="ch" forName="ChildAccent4" refType="w" fact="0.4297"/>
              <dgm:constr type="t" for="ch" forName="ChildAccent4" refType="h" fact="0.2168"/>
              <dgm:constr type="w" for="ch" forName="ChildAccent4" refType="w" fact="0.1432"/>
              <dgm:constr type="h" for="ch" forName="ChildAccent4" refType="h" fact="0.6526"/>
              <dgm:constr type="l" for="ch" forName="Child4" refType="w" fact="0.4479"/>
              <dgm:constr type="t" for="ch" forName="Child4" refType="h" fact="0.2168"/>
              <dgm:constr type="w" for="ch" forName="Child4" refType="w" fact="0.125"/>
              <dgm:constr type="h" for="ch" forName="Child4" refType="h" fact="0.6526"/>
              <dgm:constr type="l" for="ch" forName="Parent4" refType="w" fact="0.4297"/>
              <dgm:constr type="t" for="ch" forName="Parent4" refType="h" fact="0.0645"/>
              <dgm:constr type="w" for="ch" forName="Parent4" refType="w" fact="0.1432"/>
              <dgm:constr type="h" for="ch" forName="Parent4" refType="h" fact="0.1523"/>
              <dgm:constr type="l" for="ch" forName="ChildAccent5" refType="w" fact="0.5726"/>
              <dgm:constr type="t" for="ch" forName="ChildAccent5" refType="h" fact="0.2168"/>
              <dgm:constr type="w" for="ch" forName="ChildAccent5" refType="w" fact="0.1432"/>
              <dgm:constr type="h" for="ch" forName="ChildAccent5" refType="h" fact="0.6962"/>
              <dgm:constr type="l" for="ch" forName="Child5" refType="w" fact="0.5908"/>
              <dgm:constr type="t" for="ch" forName="Child5" refType="h" fact="0.2168"/>
              <dgm:constr type="w" for="ch" forName="Child5" refType="w" fact="0.125"/>
              <dgm:constr type="h" for="ch" forName="Child5" refType="h" fact="0.6962"/>
              <dgm:constr type="l" for="ch" forName="Parent5" refType="w" fact="0.5726"/>
              <dgm:constr type="t" for="ch" forName="Parent5" refType="h" fact="0.0428"/>
              <dgm:constr type="w" for="ch" forName="Parent5" refType="w" fact="0.1432"/>
              <dgm:constr type="h" for="ch" forName="Parent5" refType="h" fact="0.174"/>
              <dgm:constr type="l" for="ch" forName="ChildAccent6" refType="w" fact="0.7147"/>
              <dgm:constr type="t" for="ch" forName="ChildAccent6" refType="h" fact="0.2168"/>
              <dgm:constr type="w" for="ch" forName="ChildAccent6" refType="w" fact="0.1432"/>
              <dgm:constr type="h" for="ch" forName="ChildAccent6" refType="h" fact="0.7397"/>
              <dgm:constr type="l" for="ch" forName="Child6" refType="w" fact="0.7329"/>
              <dgm:constr type="t" for="ch" forName="Child6" refType="h" fact="0.2168"/>
              <dgm:constr type="w" for="ch" forName="Child6" refType="w" fact="0.125"/>
              <dgm:constr type="h" for="ch" forName="Child6" refType="h" fact="0.7397"/>
              <dgm:constr type="l" for="ch" forName="Parent6" refType="w" fact="0.716"/>
              <dgm:constr type="t" for="ch" forName="Parent6" refType="h" fact="0.0217"/>
              <dgm:constr type="w" for="ch" forName="Parent6" refType="w" fact="0.1424"/>
              <dgm:constr type="h" for="ch" forName="Parent6" refType="h" fact="0.1958"/>
              <dgm:constr type="l" for="ch" forName="ChildAccent7" refType="w" fact="0.8568"/>
              <dgm:constr type="t" for="ch" forName="ChildAccent7" refType="h" fact="0.2168"/>
              <dgm:constr type="w" for="ch" forName="ChildAccent7" refType="w" fact="0.1432"/>
              <dgm:constr type="h" for="ch" forName="ChildAccent7" refType="h" fact="0.7832"/>
              <dgm:constr type="l" for="ch" forName="Child7" refType="w" fact="0.875"/>
              <dgm:constr type="t" for="ch" forName="Child7" refType="h" fact="0.2168"/>
              <dgm:constr type="w" for="ch" forName="Child7" refType="w" fact="0.125"/>
              <dgm:constr type="h" for="ch" forName="Child7" refType="h" fact="0.7832"/>
              <dgm:constr type="l" for="ch" forName="Parent7" refType="w" fact="0.8577"/>
              <dgm:constr type="t" for="ch" forName="Parent7" refType="h" fact="0"/>
              <dgm:constr type="w" for="ch" forName="Parent7" refType="w" fact="0.1423"/>
              <dgm:constr type="h" for="ch" forName="Parent7" refType="h" fact="0.2175"/>
            </dgm:constrLst>
          </dgm:else>
        </dgm:choose>
      </dgm:if>
      <dgm:else name="Name11">
        <dgm:choose name="Name12">
          <dgm:if name="Name13" axis="ch" ptType="node" func="cnt" op="equ" val="1">
            <dgm:alg type="composite">
              <dgm:param type="ar" val="0.45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ChildAccent1" refType="w" fact="0"/>
              <dgm:constr type="t" for="ch" forName="ChildAccent1" refType="h" fact="0.1429"/>
              <dgm:constr type="w" for="ch" forName="ChildAccent1" refType="w"/>
              <dgm:constr type="h" for="ch" forName="ChildAccent1" refType="h" fact="0.8571"/>
              <dgm:constr type="l" for="ch" forName="Child1" refType="w" fact="0"/>
              <dgm:constr type="t" for="ch" forName="Child1" refType="h" fact="0.1429"/>
              <dgm:constr type="w" for="ch" forName="Child1" refType="w" fact="0.873"/>
              <dgm:constr type="h" for="ch" forName="Child1" refType="h" fact="0.8571"/>
              <dgm:constr type="l" for="ch" forName="Parent1" refType="w" fact="0"/>
              <dgm:constr type="t" for="ch" forName="Parent1" refType="h" fact="0"/>
              <dgm:constr type="w" for="ch" forName="Parent1" refType="w"/>
              <dgm:constr type="h" for="ch" forName="Parent1" refType="h" fact="0.1429"/>
            </dgm:constrLst>
          </dgm:if>
          <dgm:if name="Name14" axis="ch" ptType="node" func="cnt" op="equ" val="2">
            <dgm:alg type="composite">
              <dgm:param type="ar" val="0.812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l" for="ch" forName="Child2" refType="w" fact="0"/>
              <dgm:constr type="t" for="ch" forName="Child2" refType="h" fact="0.1613"/>
              <dgm:constr type="w" for="ch" forName="Child2" refType="w" fact="0.4365"/>
              <dgm:constr type="h" for="ch" forName="Child2" refType="h" fact="0.8387"/>
              <dgm:constr type="l" for="ch" forName="Child1" refType="w" fact="0.5"/>
              <dgm:constr type="t" for="ch" forName="Child1" refType="h" fact="0.1613"/>
              <dgm:constr type="w" for="ch" forName="Child1" refType="w" fact="0.4365"/>
              <dgm:constr type="h" for="ch" forName="Child1" refType="h" fact="0.7742"/>
              <dgm:constr type="l" for="ch" forName="ChildAccent1" refType="w" fact="0.5"/>
              <dgm:constr type="t" for="ch" forName="ChildAccent1" refType="h" fact="0.1613"/>
              <dgm:constr type="w" for="ch" forName="ChildAccent1" refType="w" fact="0.5"/>
              <dgm:constr type="h" for="ch" forName="ChildAccent1" refType="h" fact="0.7742"/>
              <dgm:constr type="l" for="ch" forName="Parent1" refType="w" fact="0.5"/>
              <dgm:constr type="t" for="ch" forName="Parent1" refType="h" fact="0.0323"/>
              <dgm:constr type="w" for="ch" forName="Parent1" refType="w" fact="0.5"/>
              <dgm:constr type="h" for="ch" forName="Parent1" refType="h" fact="0.129"/>
              <dgm:constr type="l" for="ch" forName="ChildAccent2" refType="w" fact="0"/>
              <dgm:constr type="t" for="ch" forName="ChildAccent2" refType="h" fact="0.1613"/>
              <dgm:constr type="w" for="ch" forName="ChildAccent2" refType="w" fact="0.5"/>
              <dgm:constr type="h" for="ch" forName="ChildAccent2" refType="h" fact="0.8387"/>
              <dgm:constr type="l" for="ch" forName="Parent2" refType="w" fact="0"/>
              <dgm:constr type="t" for="ch" forName="Parent2" refType="h" fact="0"/>
              <dgm:constr type="w" for="ch" forName="Parent2" refType="w" fact="0.5"/>
              <dgm:constr type="h" for="ch" forName="Parent2" refType="h" fact="0.1613"/>
            </dgm:constrLst>
          </dgm:if>
          <dgm:if name="Name15" axis="ch" ptType="node" func="cnt" op="equ" val="3">
            <dgm:alg type="composite">
              <dgm:param type="ar" val="1.112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Child3" refType="w" fact="0"/>
              <dgm:constr type="t" for="ch" forName="Child3" refType="h" fact="0.1757"/>
              <dgm:constr type="w" for="ch" forName="Child3" refType="w" fact="0.291"/>
              <dgm:constr type="h" for="ch" forName="Child3" refType="h" fact="0.8243"/>
              <dgm:constr type="l" for="ch" forName="Child2" refType="w" fact="0.3333"/>
              <dgm:constr type="t" for="ch" forName="Child2" refType="h" fact="0.1757"/>
              <dgm:constr type="w" for="ch" forName="Child2" refType="w" fact="0.291"/>
              <dgm:constr type="h" for="ch" forName="Child2" refType="h" fact="0.7655"/>
              <dgm:constr type="l" for="ch" forName="Child1" refType="w" fact="0.6667"/>
              <dgm:constr type="t" for="ch" forName="Child1" refType="h" fact="0.1757"/>
              <dgm:constr type="w" for="ch" forName="Child1" refType="w" fact="0.291"/>
              <dgm:constr type="h" for="ch" forName="Child1" refType="h" fact="0.7066"/>
              <dgm:constr type="l" for="ch" forName="ChildAccent1" refType="w" fact="0.6667"/>
              <dgm:constr type="t" for="ch" forName="ChildAccent1" refType="h" fact="0.1757"/>
              <dgm:constr type="w" for="ch" forName="ChildAccent1" refType="w" fact="0.3333"/>
              <dgm:constr type="h" for="ch" forName="ChildAccent1" refType="h" fact="0.7066"/>
              <dgm:constr type="l" for="ch" forName="Parent1" refType="w" fact="0.6667"/>
              <dgm:constr type="t" for="ch" forName="Parent1" refType="h" fact="0.0579"/>
              <dgm:constr type="w" for="ch" forName="Parent1" refType="w" fact="0.3333"/>
              <dgm:constr type="h" for="ch" forName="Parent1" refType="h" fact="0.1178"/>
              <dgm:constr type="l" for="ch" forName="ChildAccent2" refType="w" fact="0.3333"/>
              <dgm:constr type="t" for="ch" forName="ChildAccent2" refType="h" fact="0.1757"/>
              <dgm:constr type="w" for="ch" forName="ChildAccent2" refType="w" fact="0.3333"/>
              <dgm:constr type="h" for="ch" forName="ChildAccent2" refType="h" fact="0.7655"/>
              <dgm:constr type="l" for="ch" forName="Parent2" refType="w" fact="0.3333"/>
              <dgm:constr type="t" for="ch" forName="Parent2" refType="h" fact="0.0285"/>
              <dgm:constr type="w" for="ch" forName="Parent2" refType="w" fact="0.3333"/>
              <dgm:constr type="h" for="ch" forName="Parent2" refType="h" fact="0.1472"/>
              <dgm:constr type="l" for="ch" forName="ChildAccent3" refType="w" fact="0"/>
              <dgm:constr type="t" for="ch" forName="ChildAccent3" refType="h" fact="0.1757"/>
              <dgm:constr type="w" for="ch" forName="ChildAccent3" refType="w" fact="0.3333"/>
              <dgm:constr type="h" for="ch" forName="ChildAccent3" refType="h" fact="0.8243"/>
              <dgm:constr type="l" for="ch" forName="Parent3" refType="w" fact="0"/>
              <dgm:constr type="t" for="ch" forName="Parent3" refType="h" fact="0"/>
              <dgm:constr type="w" for="ch" forName="Parent3" refType="w" fact="0.3333"/>
              <dgm:constr type="h" for="ch" forName="Parent3" refType="h" fact="0.176"/>
            </dgm:constrLst>
          </dgm:if>
          <dgm:if name="Name16" axis="ch" ptType="node" func="cnt" op="equ" val="4">
            <dgm:alg type="composite">
              <dgm:param type="ar" val="1.3622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Child4" refType="w" fact="0"/>
              <dgm:constr type="t" for="ch" forName="Child4" refType="h" fact="0.1892"/>
              <dgm:constr type="w" for="ch" forName="Child4" refType="w" fact="0.2183"/>
              <dgm:constr type="h" for="ch" forName="Child4" refType="h" fact="0.8108"/>
              <dgm:constr type="l" for="ch" forName="Child3" refType="w" fact="0.25"/>
              <dgm:constr type="t" for="ch" forName="Child3" refType="h" fact="0.1892"/>
              <dgm:constr type="w" for="ch" forName="Child3" refType="w" fact="0.2183"/>
              <dgm:constr type="h" for="ch" forName="Child3" refType="h" fact="0.7568"/>
              <dgm:constr type="l" for="ch" forName="Child2" refType="w" fact="0.5"/>
              <dgm:constr type="t" for="ch" forName="Child2" refType="h" fact="0.1892"/>
              <dgm:constr type="w" for="ch" forName="Child2" refType="w" fact="0.2183"/>
              <dgm:constr type="h" for="ch" forName="Child2" refType="h" fact="0.7027"/>
              <dgm:constr type="l" for="ch" forName="Child1" refType="w" fact="0.75"/>
              <dgm:constr type="t" for="ch" forName="Child1" refType="h" fact="0.1892"/>
              <dgm:constr type="w" for="ch" forName="Child1" refType="w" fact="0.2183"/>
              <dgm:constr type="h" for="ch" forName="Child1" refType="h" fact="0.6486"/>
              <dgm:constr type="l" for="ch" forName="ChildAccent1" refType="w" fact="0.75"/>
              <dgm:constr type="t" for="ch" forName="ChildAccent1" refType="h" fact="0.1892"/>
              <dgm:constr type="w" for="ch" forName="ChildAccent1" refType="w" fact="0.25"/>
              <dgm:constr type="h" for="ch" forName="ChildAccent1" refType="h" fact="0.6486"/>
              <dgm:constr type="l" for="ch" forName="Parent1" refType="w" fact="0.75"/>
              <dgm:constr type="t" for="ch" forName="Parent1" refType="h" fact="0.0811"/>
              <dgm:constr type="w" for="ch" forName="Parent1" refType="w" fact="0.25"/>
              <dgm:constr type="h" for="ch" forName="Parent1" refType="h" fact="0.1081"/>
              <dgm:constr type="l" for="ch" forName="ChildAccent2" refType="w" fact="0.5"/>
              <dgm:constr type="t" for="ch" forName="ChildAccent2" refType="h" fact="0.1892"/>
              <dgm:constr type="w" for="ch" forName="ChildAccent2" refType="w" fact="0.25"/>
              <dgm:constr type="h" for="ch" forName="ChildAccent2" refType="h" fact="0.7027"/>
              <dgm:constr type="l" for="ch" forName="Parent2" refType="w" fact="0.5"/>
              <dgm:constr type="t" for="ch" forName="Parent2" refType="h" fact="0.0541"/>
              <dgm:constr type="w" for="ch" forName="Parent2" refType="w" fact="0.25"/>
              <dgm:constr type="h" for="ch" forName="Parent2" refType="h" fact="0.1351"/>
              <dgm:constr type="l" for="ch" forName="ChildAccent3" refType="w" fact="0.25"/>
              <dgm:constr type="t" for="ch" forName="ChildAccent3" refType="h" fact="0.1892"/>
              <dgm:constr type="w" for="ch" forName="ChildAccent3" refType="w" fact="0.25"/>
              <dgm:constr type="h" for="ch" forName="ChildAccent3" refType="h" fact="0.7568"/>
              <dgm:constr type="l" for="ch" forName="Parent3" refType="w" fact="0.25"/>
              <dgm:constr type="t" for="ch" forName="Parent3" refType="h" fact="0.0279"/>
              <dgm:constr type="w" for="ch" forName="Parent3" refType="w" fact="0.25"/>
              <dgm:constr type="h" for="ch" forName="Parent3" refType="h" fact="0.161"/>
              <dgm:constr type="l" for="ch" forName="ChildAccent4" refType="w" fact="0"/>
              <dgm:constr type="t" for="ch" forName="ChildAccent4" refType="h" fact="0.1892"/>
              <dgm:constr type="w" for="ch" forName="ChildAccent4" refType="w" fact="0.25"/>
              <dgm:constr type="h" for="ch" forName="ChildAccent4" refType="h" fact="0.8108"/>
              <dgm:constr type="l" for="ch" forName="Parent4" refType="w" fact="0"/>
              <dgm:constr type="t" for="ch" forName="Parent4" refType="h" fact="0"/>
              <dgm:constr type="w" for="ch" forName="Parent4" refType="w" fact="0.25"/>
              <dgm:constr type="h" for="ch" forName="Parent4" refType="h" fact="0.1892"/>
            </dgm:constrLst>
          </dgm:if>
          <dgm:if name="Name17" axis="ch" ptType="node" func="cnt" op="equ" val="5">
            <dgm:alg type="composite">
              <dgm:param type="ar" val="1.5742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l" for="ch" forName="Child5" refType="w" fact="0"/>
              <dgm:constr type="t" for="ch" forName="Child5" refType="h" fact="0.2"/>
              <dgm:constr type="w" for="ch" forName="Child5" refType="w" fact="0.1747"/>
              <dgm:constr type="h" for="ch" forName="Child5" refType="h" fact="0.8"/>
              <dgm:constr type="l" for="ch" forName="Child4" refType="w" fact="0.2001"/>
              <dgm:constr type="t" for="ch" forName="Child4" refType="h" fact="0.2"/>
              <dgm:constr type="w" for="ch" forName="Child4" refType="w" fact="0.1747"/>
              <dgm:constr type="h" for="ch" forName="Child4" refType="h" fact="0.75"/>
              <dgm:constr type="l" for="ch" forName="Child3" refType="w" fact="0.4002"/>
              <dgm:constr type="t" for="ch" forName="Child3" refType="h" fact="0.2"/>
              <dgm:constr type="w" for="ch" forName="Child3" refType="w" fact="0.1747"/>
              <dgm:constr type="h" for="ch" forName="Child3" refType="h" fact="0.7"/>
              <dgm:constr type="l" for="ch" forName="Child2" refType="w" fact="0.6003"/>
              <dgm:constr type="t" for="ch" forName="Child2" refType="h" fact="0.2"/>
              <dgm:constr type="w" for="ch" forName="Child2" refType="w" fact="0.1747"/>
              <dgm:constr type="h" for="ch" forName="Child2" refType="h" fact="0.65"/>
              <dgm:constr type="l" for="ch" forName="Child1" refType="w" fact="0.7999"/>
              <dgm:constr type="t" for="ch" forName="Child1" refType="h" fact="0.2"/>
              <dgm:constr type="w" for="ch" forName="Child1" refType="w" fact="0.1747"/>
              <dgm:constr type="h" for="ch" forName="Child1" refType="h" fact="0.6"/>
              <dgm:constr type="l" for="ch" forName="ChildAccent1" refType="w" fact="0.7999"/>
              <dgm:constr type="t" for="ch" forName="ChildAccent1" refType="h" fact="0.2"/>
              <dgm:constr type="w" for="ch" forName="ChildAccent1" refType="w" fact="0.2001"/>
              <dgm:constr type="h" for="ch" forName="ChildAccent1" refType="h" fact="0.6"/>
              <dgm:constr type="l" for="ch" forName="Parent1" refType="w" fact="0.7999"/>
              <dgm:constr type="t" for="ch" forName="Parent1" refType="h" fact="0.1"/>
              <dgm:constr type="w" for="ch" forName="Parent1" refType="w" fact="0.2001"/>
              <dgm:constr type="h" for="ch" forName="Parent1" refType="h" fact="0.1"/>
              <dgm:constr type="l" for="ch" forName="ChildAccent2" refType="w" fact="0.6003"/>
              <dgm:constr type="t" for="ch" forName="ChildAccent2" refType="h" fact="0.2"/>
              <dgm:constr type="w" for="ch" forName="ChildAccent2" refType="w" fact="0.2001"/>
              <dgm:constr type="h" for="ch" forName="ChildAccent2" refType="h" fact="0.65"/>
              <dgm:constr type="l" for="ch" forName="Parent2" refType="w" fact="0.6003"/>
              <dgm:constr type="t" for="ch" forName="Parent2" refType="h" fact="0.075"/>
              <dgm:constr type="w" for="ch" forName="Parent2" refType="w" fact="0.2001"/>
              <dgm:constr type="h" for="ch" forName="Parent2" refType="h" fact="0.125"/>
              <dgm:constr type="l" for="ch" forName="ChildAccent3" refType="w" fact="0.4002"/>
              <dgm:constr type="t" for="ch" forName="ChildAccent3" refType="h" fact="0.2"/>
              <dgm:constr type="w" for="ch" forName="ChildAccent3" refType="w" fact="0.2001"/>
              <dgm:constr type="h" for="ch" forName="ChildAccent3" refType="h" fact="0.7"/>
              <dgm:constr type="l" for="ch" forName="Parent3" refType="w" fact="0.4002"/>
              <dgm:constr type="t" for="ch" forName="Parent3" refType="h" fact="0.0508"/>
              <dgm:constr type="w" for="ch" forName="Parent3" refType="w" fact="0.2001"/>
              <dgm:constr type="h" for="ch" forName="Parent3" refType="h" fact="0.15"/>
              <dgm:constr type="l" for="ch" forName="ChildAccent4" refType="w" fact="0.2001"/>
              <dgm:constr type="t" for="ch" forName="ChildAccent4" refType="h" fact="0.2"/>
              <dgm:constr type="w" for="ch" forName="ChildAccent4" refType="w" fact="0.2001"/>
              <dgm:constr type="h" for="ch" forName="ChildAccent4" refType="h" fact="0.75"/>
              <dgm:constr type="l" for="ch" forName="Parent4" refType="w" fact="0.2001"/>
              <dgm:constr type="t" for="ch" forName="Parent4" refType="h" fact="0.025"/>
              <dgm:constr type="w" for="ch" forName="Parent4" refType="w" fact="0.2001"/>
              <dgm:constr type="h" for="ch" forName="Parent4" refType="h" fact="0.175"/>
              <dgm:constr type="l" for="ch" forName="ChildAccent5" refType="w" fact="0"/>
              <dgm:constr type="t" for="ch" forName="ChildAccent5" refType="h" fact="0.2"/>
              <dgm:constr type="w" for="ch" forName="ChildAccent5" refType="w" fact="0.2001"/>
              <dgm:constr type="h" for="ch" forName="ChildAccent5" refType="h" fact="0.8"/>
              <dgm:constr type="l" for="ch" forName="Parent5" refType="w" fact="0"/>
              <dgm:constr type="t" for="ch" forName="Parent5" refType="h" fact="0"/>
              <dgm:constr type="w" for="ch" forName="Parent5" refType="w" fact="0.2001"/>
              <dgm:constr type="h" for="ch" forName="Parent5" refType="h" fact="0.2"/>
            </dgm:constrLst>
          </dgm:if>
          <dgm:if name="Name18" axis="ch" ptType="node" func="cnt" op="equ" val="6">
            <dgm:alg type="composite">
              <dgm:param type="ar" val="1.756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l" for="ch" forName="Child6" refType="w" fact="0"/>
              <dgm:constr type="t" for="ch" forName="Child6" refType="h" fact="0.2087"/>
              <dgm:constr type="w" for="ch" forName="Child6" refType="w" fact="0.1458"/>
              <dgm:constr type="h" for="ch" forName="Child6" refType="h" fact="0.7913"/>
              <dgm:constr type="l" for="ch" forName="Child5" refType="w" fact="0.167"/>
              <dgm:constr type="t" for="ch" forName="Child5" refType="h" fact="0.2087"/>
              <dgm:constr type="w" for="ch" forName="Child5" refType="w" fact="0.1458"/>
              <dgm:constr type="h" for="ch" forName="Child5" refType="h" fact="0.7448"/>
              <dgm:constr type="l" for="ch" forName="Child4" refType="w" fact="0.3339"/>
              <dgm:constr type="t" for="ch" forName="Child4" refType="h" fact="0.2087"/>
              <dgm:constr type="w" for="ch" forName="Child4" refType="w" fact="0.1458"/>
              <dgm:constr type="h" for="ch" forName="Child4" refType="h" fact="0.6982"/>
              <dgm:constr type="l" for="ch" forName="Child3" refType="w" fact="0.5009"/>
              <dgm:constr type="t" for="ch" forName="Child3" refType="h" fact="0.2087"/>
              <dgm:constr type="w" for="ch" forName="Child3" refType="w" fact="0.1458"/>
              <dgm:constr type="h" for="ch" forName="Child3" refType="h" fact="0.6517"/>
              <dgm:constr type="l" for="ch" forName="Child2" refType="w" fact="0.6674"/>
              <dgm:constr type="t" for="ch" forName="Child2" refType="h" fact="0.2087"/>
              <dgm:constr type="w" for="ch" forName="Child2" refType="w" fact="0.1458"/>
              <dgm:constr type="h" for="ch" forName="Child2" refType="h" fact="0.6051"/>
              <dgm:constr type="l" for="ch" forName="Child1" refType="w" fact="0.833"/>
              <dgm:constr type="t" for="ch" forName="Child1" refType="h" fact="0.2087"/>
              <dgm:constr type="w" for="ch" forName="Child1" refType="w" fact="0.1458"/>
              <dgm:constr type="h" for="ch" forName="Child1" refType="h" fact="0.5586"/>
              <dgm:constr type="l" for="ch" forName="ChildAccent1" refType="w" fact="0.833"/>
              <dgm:constr type="t" for="ch" forName="ChildAccent1" refType="h" fact="0.2087"/>
              <dgm:constr type="w" for="ch" forName="ChildAccent1" refType="w" fact="0.167"/>
              <dgm:constr type="h" for="ch" forName="ChildAccent1" refType="h" fact="0.5586"/>
              <dgm:constr type="l" for="ch" forName="Parent1" refType="w" fact="0.833"/>
              <dgm:constr type="t" for="ch" forName="Parent1" refType="h" fact="0.1156"/>
              <dgm:constr type="w" for="ch" forName="Parent1" refType="w" fact="0.167"/>
              <dgm:constr type="h" for="ch" forName="Parent1" refType="h" fact="0.0931"/>
              <dgm:constr type="l" for="ch" forName="ChildAccent2" refType="w" fact="0.6674"/>
              <dgm:constr type="t" for="ch" forName="ChildAccent2" refType="h" fact="0.2087"/>
              <dgm:constr type="w" for="ch" forName="ChildAccent2" refType="w" fact="0.167"/>
              <dgm:constr type="h" for="ch" forName="ChildAccent2" refType="h" fact="0.6051"/>
              <dgm:constr type="l" for="ch" forName="Parent2" refType="w" fact="0.6674"/>
              <dgm:constr type="t" for="ch" forName="Parent2" refType="h" fact="0.0923"/>
              <dgm:constr type="w" for="ch" forName="Parent2" refType="w" fact="0.165"/>
              <dgm:constr type="h" for="ch" forName="Parent2" refType="h" fact="0.1164"/>
              <dgm:constr type="l" for="ch" forName="ChildAccent3" refType="w" fact="0.5009"/>
              <dgm:constr type="t" for="ch" forName="ChildAccent3" refType="h" fact="0.2087"/>
              <dgm:constr type="w" for="ch" forName="ChildAccent3" refType="w" fact="0.167"/>
              <dgm:constr type="h" for="ch" forName="ChildAccent3" refType="h" fact="0.6517"/>
              <dgm:constr type="l" for="ch" forName="Parent3" refType="w" fact="0.5009"/>
              <dgm:constr type="t" for="ch" forName="Parent3" refType="h" fact="0.0698"/>
              <dgm:constr type="w" for="ch" forName="Parent3" refType="w" fact="0.166"/>
              <dgm:constr type="h" for="ch" forName="Parent3" refType="h" fact="0.1396"/>
              <dgm:constr type="l" for="ch" forName="ChildAccent4" refType="w" fact="0.3339"/>
              <dgm:constr type="t" for="ch" forName="ChildAccent4" refType="h" fact="0.2087"/>
              <dgm:constr type="w" for="ch" forName="ChildAccent4" refType="w" fact="0.167"/>
              <dgm:constr type="h" for="ch" forName="ChildAccent4" refType="h" fact="0.6982"/>
              <dgm:constr type="l" for="ch" forName="Parent4" refType="w" fact="0.3339"/>
              <dgm:constr type="t" for="ch" forName="Parent4" refType="h" fact="0.0458"/>
              <dgm:constr type="w" for="ch" forName="Parent4" refType="w" fact="0.167"/>
              <dgm:constr type="h" for="ch" forName="Parent4" refType="h" fact="0.1629"/>
              <dgm:constr type="l" for="ch" forName="ChildAccent5" refType="w" fact="0.167"/>
              <dgm:constr type="t" for="ch" forName="ChildAccent5" refType="h" fact="0.2087"/>
              <dgm:constr type="w" for="ch" forName="ChildAccent5" refType="w" fact="0.167"/>
              <dgm:constr type="h" for="ch" forName="ChildAccent5" refType="h" fact="0.7448"/>
              <dgm:constr type="l" for="ch" forName="Parent5" refType="w" fact="0.167"/>
              <dgm:constr type="t" for="ch" forName="Parent5" refType="h" fact="0.0225"/>
              <dgm:constr type="w" for="ch" forName="Parent5" refType="w" fact="0.167"/>
              <dgm:constr type="h" for="ch" forName="Parent5" refType="h" fact="0.1862"/>
              <dgm:constr type="l" for="ch" forName="ChildAccent6" refType="w" fact="0"/>
              <dgm:constr type="t" for="ch" forName="ChildAccent6" refType="h" fact="0.2087"/>
              <dgm:constr type="w" for="ch" forName="ChildAccent6" refType="w" fact="0.167"/>
              <dgm:constr type="h" for="ch" forName="ChildAccent6" refType="h" fact="0.7913"/>
              <dgm:constr type="l" for="ch" forName="Parent6" refType="w" fact="0"/>
              <dgm:constr type="t" for="ch" forName="Parent6" refType="h" fact="0"/>
              <dgm:constr type="w" for="ch" forName="Parent6" refType="w" fact="0.167"/>
              <dgm:constr type="h" for="ch" forName="Parent6" refType="h" fact="0.2095"/>
            </dgm:constrLst>
          </dgm:if>
          <dgm:else name="Name19">
            <dgm:alg type="composite">
              <dgm:param type="ar" val="1.9137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l" for="ch" forName="Child7" refType="w" fact="0"/>
              <dgm:constr type="t" for="ch" forName="Child7" refType="h" fact="0.2168"/>
              <dgm:constr type="w" for="ch" forName="Child7" refType="w" fact="0.125"/>
              <dgm:constr type="h" for="ch" forName="Child7" refType="h" fact="0.7832"/>
              <dgm:constr type="l" for="ch" forName="Child6" refType="w" fact="0.1432"/>
              <dgm:constr type="t" for="ch" forName="Child6" refType="h" fact="0.2168"/>
              <dgm:constr type="w" for="ch" forName="Child6" refType="w" fact="0.125"/>
              <dgm:constr type="h" for="ch" forName="Child6" refType="h" fact="0.7397"/>
              <dgm:constr type="l" for="ch" forName="Child5" refType="w" fact="0.2865"/>
              <dgm:constr type="t" for="ch" forName="Child5" refType="h" fact="0.2168"/>
              <dgm:constr type="w" for="ch" forName="Child5" refType="w" fact="0.125"/>
              <dgm:constr type="h" for="ch" forName="Child5" refType="h" fact="0.6962"/>
              <dgm:constr type="l" for="ch" forName="Child4" refType="w" fact="0.4297"/>
              <dgm:constr type="t" for="ch" forName="Child4" refType="h" fact="0.2168"/>
              <dgm:constr type="w" for="ch" forName="Child4" refType="w" fact="0.125"/>
              <dgm:constr type="h" for="ch" forName="Child4" refType="h" fact="0.6526"/>
              <dgm:constr type="l" for="ch" forName="Child3" refType="w" fact="0.5726"/>
              <dgm:constr type="t" for="ch" forName="Child3" refType="h" fact="0.2168"/>
              <dgm:constr type="w" for="ch" forName="Child3" refType="w" fact="0.125"/>
              <dgm:constr type="h" for="ch" forName="Child3" refType="h" fact="0.6091"/>
              <dgm:constr type="l" for="ch" forName="Child2" refType="w" fact="0.7147"/>
              <dgm:constr type="t" for="ch" forName="Child2" refType="h" fact="0.2168"/>
              <dgm:constr type="w" for="ch" forName="Child2" refType="w" fact="0.125"/>
              <dgm:constr type="h" for="ch" forName="Child2" refType="h" fact="0.5656"/>
              <dgm:constr type="l" for="ch" forName="Child1" refType="w" fact="0.8568"/>
              <dgm:constr type="t" for="ch" forName="Child1" refType="h" fact="0.2168"/>
              <dgm:constr type="w" for="ch" forName="Child1" refType="w" fact="0.125"/>
              <dgm:constr type="h" for="ch" forName="Child1" refType="h" fact="0.5221"/>
              <dgm:constr type="l" for="ch" forName="ChildAccent1" refType="w" fact="0.8568"/>
              <dgm:constr type="t" for="ch" forName="ChildAccent1" refType="h" fact="0.2168"/>
              <dgm:constr type="w" for="ch" forName="ChildAccent1" refType="w" fact="0.1432"/>
              <dgm:constr type="h" for="ch" forName="ChildAccent1" refType="h" fact="0.5221"/>
              <dgm:constr type="l" for="ch" forName="Parent1" refType="w" fact="0.8568"/>
              <dgm:constr type="t" for="ch" forName="Parent1" refType="h" fact="0.1298"/>
              <dgm:constr type="w" for="ch" forName="Parent1" refType="w" fact="0.1432"/>
              <dgm:constr type="h" for="ch" forName="Parent1" refType="h" fact="0.087"/>
              <dgm:constr type="l" for="ch" forName="ChildAccent2" refType="w" fact="0.7147"/>
              <dgm:constr type="t" for="ch" forName="ChildAccent2" refType="h" fact="0.2168"/>
              <dgm:constr type="w" for="ch" forName="ChildAccent2" refType="w" fact="0.1432"/>
              <dgm:constr type="h" for="ch" forName="ChildAccent2" refType="h" fact="0.5656"/>
              <dgm:constr type="l" for="ch" forName="Parent2" refType="w" fact="0.7147"/>
              <dgm:constr type="t" for="ch" forName="Parent2" refType="h" fact="0.108"/>
              <dgm:constr type="w" for="ch" forName="Parent2" refType="w" fact="0.1425"/>
              <dgm:constr type="h" for="ch" forName="Parent2" refType="h" fact="0.1088"/>
              <dgm:constr type="l" for="ch" forName="ChildAccent3" refType="w" fact="0.5726"/>
              <dgm:constr type="t" for="ch" forName="ChildAccent3" refType="h" fact="0.2168"/>
              <dgm:constr type="w" for="ch" forName="ChildAccent3" refType="w" fact="0.1432"/>
              <dgm:constr type="h" for="ch" forName="ChildAccent3" refType="h" fact="0.6091"/>
              <dgm:constr type="l" for="ch" forName="Parent3" refType="w" fact="0.5726"/>
              <dgm:constr type="t" for="ch" forName="Parent3" refType="h" fact="0.087"/>
              <dgm:constr type="w" for="ch" forName="Parent3" refType="w" fact="0.142"/>
              <dgm:constr type="h" for="ch" forName="Parent3" refType="h" fact="0.1305"/>
              <dgm:constr type="l" for="ch" forName="ChildAccent4" refType="w" fact="0.4297"/>
              <dgm:constr type="t" for="ch" forName="ChildAccent4" refType="h" fact="0.2168"/>
              <dgm:constr type="w" for="ch" forName="ChildAccent4" refType="w" fact="0.1432"/>
              <dgm:constr type="h" for="ch" forName="ChildAccent4" refType="h" fact="0.6526"/>
              <dgm:constr type="l" for="ch" forName="Parent4" refType="w" fact="0.4297"/>
              <dgm:constr type="t" for="ch" forName="Parent4" refType="h" fact="0.0645"/>
              <dgm:constr type="w" for="ch" forName="Parent4" refType="w" fact="0.1432"/>
              <dgm:constr type="h" for="ch" forName="Parent4" refType="h" fact="0.1523"/>
              <dgm:constr type="l" for="ch" forName="ChildAccent5" refType="w" fact="0.2865"/>
              <dgm:constr type="t" for="ch" forName="ChildAccent5" refType="h" fact="0.2168"/>
              <dgm:constr type="w" for="ch" forName="ChildAccent5" refType="w" fact="0.1432"/>
              <dgm:constr type="h" for="ch" forName="ChildAccent5" refType="h" fact="0.6962"/>
              <dgm:constr type="l" for="ch" forName="Parent5" refType="w" fact="0.2865"/>
              <dgm:constr type="t" for="ch" forName="Parent5" refType="h" fact="0.0428"/>
              <dgm:constr type="w" for="ch" forName="Parent5" refType="w" fact="0.1432"/>
              <dgm:constr type="h" for="ch" forName="Parent5" refType="h" fact="0.174"/>
              <dgm:constr type="l" for="ch" forName="ChildAccent6" refType="w" fact="0.1432"/>
              <dgm:constr type="t" for="ch" forName="ChildAccent6" refType="h" fact="0.2168"/>
              <dgm:constr type="w" for="ch" forName="ChildAccent6" refType="w" fact="0.1432"/>
              <dgm:constr type="h" for="ch" forName="ChildAccent6" refType="h" fact="0.7397"/>
              <dgm:constr type="l" for="ch" forName="Parent6" refType="w" fact="0.1432"/>
              <dgm:constr type="t" for="ch" forName="Parent6" refType="h" fact="0.0217"/>
              <dgm:constr type="w" for="ch" forName="Parent6" refType="w" fact="0.1432"/>
              <dgm:constr type="h" for="ch" forName="Parent6" refType="h" fact="0.1958"/>
              <dgm:constr type="l" for="ch" forName="ChildAccent7" refType="w" fact="0"/>
              <dgm:constr type="t" for="ch" forName="ChildAccent7" refType="h" fact="0.2168"/>
              <dgm:constr type="w" for="ch" forName="ChildAccent7" refType="w" fact="0.1432"/>
              <dgm:constr type="h" for="ch" forName="ChildAccent7" refType="h" fact="0.7832"/>
              <dgm:constr type="l" for="ch" forName="Parent7" refType="w" fact="0"/>
              <dgm:constr type="t" for="ch" forName="Parent7" refType="h" fact="0"/>
              <dgm:constr type="w" for="ch" forName="Parent7" refType="w" fact="0.1432"/>
              <dgm:constr type="h" for="ch" forName="Parent7" refType="h" fact="0.2175"/>
            </dgm:constrLst>
          </dgm:else>
        </dgm:choose>
      </dgm:else>
    </dgm:choose>
    <dgm:forEach name="wrapper" axis="self" ptType="parTrans">
      <dgm:forEach name="accentRepeat" axis="self">
        <dgm:layoutNode name="ChildAccent" styleLbl="alignImgPlace1">
          <dgm:alg type="sp"/>
          <dgm:choose name="Name20">
            <dgm:if name="Name21" axis="followSib" ptType="node" func="cnt" op="equ" val="0">
              <dgm:shape xmlns:r="http://schemas.openxmlformats.org/officeDocument/2006/relationships" type="wedgeRectCallout" r:blip="">
                <dgm:adjLst>
                  <dgm:adj idx="1" val="0"/>
                  <dgm:adj idx="2" val="0"/>
                </dgm:adjLst>
              </dgm:shape>
            </dgm:if>
            <dgm:else name="Name22">
              <dgm:choose name="Name23">
                <dgm:if name="Name24" axis="precedSib" ptType="node" func="cnt" op="equ" val="6">
                  <dgm:shape xmlns:r="http://schemas.openxmlformats.org/officeDocument/2006/relationships" type="wedgeRectCallout" r:blip="">
                    <dgm:adjLst>
                      <dgm:adj idx="1" val="0"/>
                      <dgm:adj idx="2" val="0"/>
                    </dgm:adjLst>
                  </dgm:shape>
                </dgm:if>
                <dgm:else name="Name25">
                  <dgm:choose name="Name26">
                    <dgm:if name="Name27" func="var" arg="dir" op="equ" val="norm">
                      <dgm:shape xmlns:r="http://schemas.openxmlformats.org/officeDocument/2006/relationships" type="wedgeRectCallout" r:blip="">
                        <dgm:adjLst>
                          <dgm:adj idx="1" val="0.625"/>
                          <dgm:adj idx="2" val="0.2083"/>
                        </dgm:adjLst>
                      </dgm:shape>
                    </dgm:if>
                    <dgm:else name="Name28">
                      <dgm:shape xmlns:r="http://schemas.openxmlformats.org/officeDocument/2006/relationships" type="wedgeRectCallout" r:blip="">
                        <dgm:adjLst>
                          <dgm:adj idx="1" val="-0.625"/>
                          <dgm:adj idx="2" val="0.2083"/>
                        </dgm:adjLst>
                      </dgm:shape>
                    </dgm:else>
                  </dgm:choose>
                </dgm:else>
              </dgm:choose>
            </dgm:else>
          </dgm:choose>
          <dgm:presOf axis="des" ptType="node"/>
        </dgm:layoutNode>
      </dgm:forEach>
    </dgm:forEach>
    <dgm:forEach name="Name29" axis="ch" ptType="node" st="7" cnt="1">
      <dgm:layoutNode name="ChildAccent7">
        <dgm:alg type="sp"/>
        <dgm:shape xmlns:r="http://schemas.openxmlformats.org/officeDocument/2006/relationships" r:blip="">
          <dgm:adjLst/>
        </dgm:shape>
        <dgm:presOf/>
        <dgm:constrLst/>
        <dgm:forEach name="Name30" ref="accentRepeat"/>
      </dgm:layoutNode>
      <dgm:layoutNode name="Child7" styleLbl="revTx">
        <dgm:varLst>
          <dgm:chMax val="0"/>
          <dgm:chPref val="0"/>
          <dgm:bulletEnabled val="1"/>
        </dgm:varLst>
        <dgm:choose name="Name31">
          <dgm:if name="Name32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33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7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34" axis="ch" ptType="node" st="6" cnt="1">
      <dgm:layoutNode name="ChildAccent6">
        <dgm:alg type="sp"/>
        <dgm:shape xmlns:r="http://schemas.openxmlformats.org/officeDocument/2006/relationships" r:blip="">
          <dgm:adjLst/>
        </dgm:shape>
        <dgm:presOf/>
        <dgm:constrLst/>
        <dgm:forEach name="Name35" ref="accentRepeat"/>
      </dgm:layoutNode>
      <dgm:layoutNode name="Child6" styleLbl="revTx">
        <dgm:varLst>
          <dgm:chMax val="0"/>
          <dgm:chPref val="0"/>
          <dgm:bulletEnabled val="1"/>
        </dgm:varLst>
        <dgm:choose name="Name36">
          <dgm:if name="Name37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38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6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39" axis="ch" ptType="node" st="5" cnt="1">
      <dgm:layoutNode name="ChildAccent5">
        <dgm:alg type="sp"/>
        <dgm:shape xmlns:r="http://schemas.openxmlformats.org/officeDocument/2006/relationships" r:blip="">
          <dgm:adjLst/>
        </dgm:shape>
        <dgm:presOf/>
        <dgm:constrLst/>
        <dgm:forEach name="Name40" ref="accentRepeat"/>
      </dgm:layoutNode>
      <dgm:layoutNode name="Child5" styleLbl="revTx">
        <dgm:varLst>
          <dgm:chMax val="0"/>
          <dgm:chPref val="0"/>
          <dgm:bulletEnabled val="1"/>
        </dgm:varLst>
        <dgm:choose name="Name41">
          <dgm:if name="Name42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43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5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44" axis="ch" ptType="node" st="4" cnt="1">
      <dgm:layoutNode name="ChildAccent4">
        <dgm:alg type="sp"/>
        <dgm:shape xmlns:r="http://schemas.openxmlformats.org/officeDocument/2006/relationships" r:blip="">
          <dgm:adjLst/>
        </dgm:shape>
        <dgm:presOf/>
        <dgm:constrLst/>
        <dgm:forEach name="Name45" ref="accentRepeat"/>
      </dgm:layoutNode>
      <dgm:layoutNode name="Child4" styleLbl="revTx">
        <dgm:varLst>
          <dgm:chMax val="0"/>
          <dgm:chPref val="0"/>
          <dgm:bulletEnabled val="1"/>
        </dgm:varLst>
        <dgm:choose name="Name46">
          <dgm:if name="Name47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48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4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49" axis="ch" ptType="node" st="3" cnt="1">
      <dgm:layoutNode name="ChildAccent3">
        <dgm:alg type="sp"/>
        <dgm:shape xmlns:r="http://schemas.openxmlformats.org/officeDocument/2006/relationships" r:blip="">
          <dgm:adjLst/>
        </dgm:shape>
        <dgm:presOf/>
        <dgm:constrLst/>
        <dgm:forEach name="Name50" ref="accentRepeat"/>
      </dgm:layoutNode>
      <dgm:layoutNode name="Child3" styleLbl="revTx">
        <dgm:varLst>
          <dgm:chMax val="0"/>
          <dgm:chPref val="0"/>
          <dgm:bulletEnabled val="1"/>
        </dgm:varLst>
        <dgm:choose name="Name51">
          <dgm:if name="Name52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53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3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54" axis="ch" ptType="node" st="2" cnt="1">
      <dgm:layoutNode name="ChildAccent2">
        <dgm:alg type="sp"/>
        <dgm:shape xmlns:r="http://schemas.openxmlformats.org/officeDocument/2006/relationships" r:blip="">
          <dgm:adjLst/>
        </dgm:shape>
        <dgm:presOf/>
        <dgm:constrLst/>
        <dgm:forEach name="Name55" ref="accentRepeat"/>
      </dgm:layoutNode>
      <dgm:layoutNode name="Child2" styleLbl="revTx">
        <dgm:varLst>
          <dgm:chMax val="0"/>
          <dgm:chPref val="0"/>
          <dgm:bulletEnabled val="1"/>
        </dgm:varLst>
        <dgm:choose name="Name56">
          <dgm:if name="Name57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58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2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59" axis="ch" ptType="node" cnt="1">
      <dgm:layoutNode name="ChildAccent1">
        <dgm:alg type="sp"/>
        <dgm:shape xmlns:r="http://schemas.openxmlformats.org/officeDocument/2006/relationships" r:blip="">
          <dgm:adjLst/>
        </dgm:shape>
        <dgm:presOf/>
        <dgm:constrLst/>
        <dgm:forEach name="Name60" ref="accentRepeat"/>
      </dgm:layoutNode>
      <dgm:layoutNode name="Child1" styleLbl="revTx">
        <dgm:varLst>
          <dgm:chMax val="0"/>
          <dgm:chPref val="0"/>
          <dgm:bulletEnabled val="1"/>
        </dgm:varLst>
        <dgm:choose name="Name61">
          <dgm:if name="Name62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63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1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48B91F7-0A31-4809-8E31-54F32ACD1E72}" type="datetimeFigureOut">
              <a:rPr lang="en-GB" smtClean="0"/>
              <a:t>07/02/2026</a:t>
            </a:fld>
            <a:endParaRPr lang="en-GB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D5A70FC-228F-4487-8E14-68CAD584041B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764507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8155653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456346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FEB448-544F-1163-CF6D-D801EF6DABD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2240B45-37FF-28D2-69C1-D8842A0F2E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61B0F3-96B9-62B2-E1C5-4D3D4823B8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66083A-C1B7-4B46-82C5-289BB6E6D5A4}" type="datetime1">
              <a:rPr lang="en-IN" smtClean="0"/>
              <a:t>07-02-2026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DB3F67-E836-5AA2-B32D-A0C3A93330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1EEA5E-DC19-ABCD-6267-C545BA7771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694729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050CDE-F21A-AC1C-7DD9-906370B0FA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139EE0-A89B-B238-94A4-DB32BBD14E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BAB674-71DE-8BA7-9D0E-C99F6B3C0FB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009650" cy="365125"/>
          </a:xfrm>
          <a:noFill/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64BFFB7-4443-4602-A990-B076C1CFE86C}" type="datetime1">
              <a:rPr lang="en-IN" smtClean="0"/>
              <a:pPr/>
              <a:t>07-02-2026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72554B-0ACB-E334-5BBE-7A83BFE374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F062A5-E36B-5C05-6C36-F8372F2C16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F32F6845-8F47-4AB8-B9CE-96D88E741707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905508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22CC90-B089-5E25-D480-B40D5123BF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671185-327E-E435-EB8B-F143CAF78D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ADDF86-F686-ACE8-6852-5CEADD9A28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3E8F52-857A-4C89-954C-57943DB51290}" type="datetime1">
              <a:rPr lang="en-IN" smtClean="0"/>
              <a:t>07-02-2026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58F106-1FED-5AA1-CFDF-7FE2105071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45F0D7-F550-D351-1F6B-36B665CA0C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052039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698191-3055-3CE7-ABAB-BF52255689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07F01E-C1BB-CFE3-1062-5A8CAD20F5A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90F16ED-635D-3C12-AE3C-37A43EAF14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80B84D-A3CA-9B7E-B7BB-4C18C18121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BD7B4D-DDD6-4CA2-87A0-9BDD5E5268EC}" type="datetime1">
              <a:rPr lang="en-IN" smtClean="0"/>
              <a:t>07-02-2026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881B66-06CA-0AE9-B95B-21A45DC5B3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B7665D-74F3-FC85-8C37-77F4402232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797023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F1306E-11E1-8AB1-AF32-6F074D3C85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8E7AAE-4628-F916-89C8-10A970EC98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8D7C0B7-4F02-5995-1FB1-8FB2DD1259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B504026-A61A-C06F-3EA6-94F595A4738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CFF7FD0-380B-75A4-D9B0-F7EBC341DD0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80AA233-A9EB-E98D-4DDF-BC4B728083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30D9E5-0635-43A8-8973-488E7408FAF7}" type="datetime1">
              <a:rPr lang="en-IN" smtClean="0"/>
              <a:t>07-02-2026</a:t>
            </a:fld>
            <a:endParaRPr lang="en-IN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55E8074-1361-E322-F42C-F5D7140991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6B9FECA-EE46-D87A-F259-E8022C3628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634304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DB92FB-DA41-9013-AE3A-5882CEEE8B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A2620A1-C0CA-1D0E-E85E-5C1326F8CB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D0CEA8-D591-4CC9-939A-A3BE6FD93E89}" type="datetime1">
              <a:rPr lang="en-IN" smtClean="0"/>
              <a:t>07-02-2026</a:t>
            </a:fld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63BD8B1-5363-075D-CDCC-8CAC0A6A7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6E4555F-1DC7-94CF-74D7-21521EE939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968218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B497F04-5F5B-E4F7-0A48-A1FBAC01C3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E2297-DC8B-48E6-B6D6-34773F9A5984}" type="datetime1">
              <a:rPr lang="en-IN" smtClean="0"/>
              <a:t>07-02-2026</a:t>
            </a:fld>
            <a:endParaRPr lang="en-IN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DCC3BA-DF88-8CE4-AB31-983A3C796A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17982A-25A2-0FA2-0BC4-48C8775F84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138426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217936-1384-3D53-34C7-E638688EFD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108029-8ADE-BDA5-4C8D-31C3615564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D6CB47A-C96A-8918-E1EB-9A8DBEC727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65CB0D-C5CF-96B6-5923-222D7E403E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C2A547-6E4B-4188-9BD5-035CB9C4BCC5}" type="datetime1">
              <a:rPr lang="en-IN" smtClean="0"/>
              <a:t>07-02-2026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A0E17E-D21B-9F95-DB42-019C9AB18C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31A4E0-3F3F-3857-C2B7-EEDD3DF99C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239216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BEDF05-F2AE-B072-8E2E-CB4CF5B08F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20EF8F1-DFA6-282F-E8CD-83826A12E49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808D68-B430-9A5B-4A9B-8549EA20AC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0002EBD-67C3-A4B8-A83C-896997C53E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706E29-16A1-4AAE-B55B-4E3DB7265605}" type="datetime1">
              <a:rPr lang="en-IN" smtClean="0"/>
              <a:t>07-02-2026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2B00B68-5333-C602-6799-3D1B2E434B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4925F4-1AF9-E8B5-0534-4714B5FAF5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799969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9011F1-D172-AE20-8D21-0A938E210E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E8E52B7-EB5E-AF2A-3525-5B4BBFD15A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6D7DCF-1783-47F8-CDB8-8B7167ECD0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C26915-BE00-456E-A9CA-DB9FE1FD674A}" type="datetime1">
              <a:rPr lang="en-IN" smtClean="0"/>
              <a:t>07-02-2026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6968A7-C083-F20B-0369-2067E75DE5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55429C-96E8-1064-0F87-6D95D15F93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487618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6A47F57-697A-B97E-DD3A-2910D126C5B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73F252A-D3F9-0BB4-D962-668169761B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B93D65-8824-8EBE-4CB8-E4D7750FE8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A2D233-408A-4415-B919-B7ECAA5043E2}" type="datetime1">
              <a:rPr lang="en-IN" smtClean="0"/>
              <a:t>07-02-2026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1EA1BA-06A5-9F5B-136C-80EDFD72E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63C8CA-61F8-0704-0F6E-DDDD2B9987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487824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309843D-C7AC-7DCA-D2A1-30C29BBAB6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2A0867-11DA-F019-8907-1B3D8BD7C7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0DD53F-CA45-CCAE-9ADB-5B0F61393A1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AC608B-7A9F-4336-97A2-89908E443DAD}" type="datetime1">
              <a:rPr lang="en-IN" smtClean="0"/>
              <a:t>07-02-2026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91FF70-F320-3E09-D811-B610D38CEA7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9947EA-7073-9466-0549-46E86F1C89F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41945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wmf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3"/>
          <p:cNvSpPr txBox="1"/>
          <p:nvPr/>
        </p:nvSpPr>
        <p:spPr>
          <a:xfrm>
            <a:off x="6525369" y="2109718"/>
            <a:ext cx="5514300" cy="2020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r>
              <a:rPr lang="en-GB" sz="20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Under the Supervision of,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lvl="0" algn="ctr">
              <a:spcBef>
                <a:spcPts val="400"/>
              </a:spcBef>
              <a:buClr>
                <a:srgbClr val="17365D"/>
              </a:buClr>
              <a:buSzPts val="2000"/>
            </a:pPr>
            <a:endParaRPr lang="en-US" sz="2400" b="1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  <a:p>
            <a:pPr lvl="0">
              <a:spcBef>
                <a:spcPts val="340"/>
              </a:spcBef>
              <a:buClr>
                <a:srgbClr val="17365D"/>
              </a:buClr>
              <a:buSzPts val="1700"/>
            </a:pPr>
            <a:r>
              <a:rPr lang="en-US" sz="2000" b="1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Mr. BAILAPPA BHOVI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lvl="0">
              <a:spcBef>
                <a:spcPts val="340"/>
              </a:spcBef>
              <a:buClr>
                <a:srgbClr val="17365D"/>
              </a:buClr>
              <a:buSzPts val="1700"/>
            </a:pPr>
            <a:r>
              <a:rPr lang="en-US" sz="2000" b="1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Assistant Professor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lvl="0">
              <a:spcBef>
                <a:spcPts val="340"/>
              </a:spcBef>
              <a:buClr>
                <a:srgbClr val="17365D"/>
              </a:buClr>
              <a:buSzPts val="1700"/>
            </a:pPr>
            <a:r>
              <a:rPr lang="en-US" sz="2000" b="1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School of Computer Science and Engineering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lvl="0">
              <a:spcBef>
                <a:spcPts val="340"/>
              </a:spcBef>
              <a:buClr>
                <a:srgbClr val="17365D"/>
              </a:buClr>
              <a:buSzPts val="1700"/>
            </a:pPr>
            <a:r>
              <a:rPr lang="en-US" sz="2000" b="1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Presidency University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endParaRPr sz="20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</p:txBody>
      </p:sp>
      <p:sp>
        <p:nvSpPr>
          <p:cNvPr id="8" name="Google Shape;91;p13"/>
          <p:cNvSpPr txBox="1"/>
          <p:nvPr/>
        </p:nvSpPr>
        <p:spPr>
          <a:xfrm>
            <a:off x="156411" y="4130278"/>
            <a:ext cx="12249915" cy="15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>
              <a:buClr>
                <a:srgbClr val="17365D"/>
              </a:buClr>
              <a:buSzPct val="100000"/>
            </a:pPr>
            <a:r>
              <a:rPr lang="en-US" sz="20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Program: CDV-Computer Science &amp; Technology (DEVOPS)</a:t>
            </a:r>
          </a:p>
          <a:p>
            <a:pPr lvl="0">
              <a:buClr>
                <a:srgbClr val="17365D"/>
              </a:buClr>
              <a:buSzPct val="100000"/>
            </a:pPr>
            <a:r>
              <a:rPr lang="en-US" sz="20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HoD: Dr.Pravinthraja S </a:t>
            </a:r>
            <a:endParaRPr lang="en-US" sz="2000" b="1" dirty="0">
              <a:solidFill>
                <a:srgbClr val="FF0000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  <a:p>
            <a:pPr lvl="0">
              <a:buClr>
                <a:srgbClr val="17365D"/>
              </a:buClr>
              <a:buSzPct val="100000"/>
            </a:pPr>
            <a:r>
              <a:rPr lang="en-US" sz="20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Program Project Coordinator: Dr. H M Manjula</a:t>
            </a:r>
            <a:endParaRPr lang="en-US" sz="2000" b="1" dirty="0">
              <a:solidFill>
                <a:srgbClr val="FF0000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  <a:p>
            <a:pPr lvl="0">
              <a:buClr>
                <a:srgbClr val="17365D"/>
              </a:buClr>
              <a:buSzPct val="100000"/>
            </a:pPr>
            <a:r>
              <a:rPr lang="en-US" sz="20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School Project Coordinators: </a:t>
            </a: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Dr. Sampath A K , Dr. Geetha A</a:t>
            </a:r>
            <a:endParaRPr sz="2000" b="1" i="0" u="none" strike="noStrike" cap="none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</p:txBody>
      </p:sp>
      <p:sp>
        <p:nvSpPr>
          <p:cNvPr id="9" name="Title 1"/>
          <p:cNvSpPr txBox="1">
            <a:spLocks/>
          </p:cNvSpPr>
          <p:nvPr/>
        </p:nvSpPr>
        <p:spPr>
          <a:xfrm>
            <a:off x="838200" y="130629"/>
            <a:ext cx="10515600" cy="15600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  <a:defRPr sz="2800" b="1" i="0" u="none" strike="noStrike" cap="none">
                <a:solidFill>
                  <a:srgbClr val="17365D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altLang="en-US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CSE7302 - INTERNSHIP</a:t>
            </a:r>
            <a:br>
              <a:rPr lang="en-I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  <a:t>Review-2 Presentation </a:t>
            </a:r>
            <a:b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</a:br>
            <a:r>
              <a:rPr lang="en-US" sz="2400" b="0" dirty="0">
                <a:solidFill>
                  <a:schemeClr val="tx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Transformer based end-to-end Web Application Firewall (WAF) pipeline</a:t>
            </a:r>
            <a:b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</a:b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70EDFD7C-9884-6717-AC6B-90B50FE9CFB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64295263"/>
              </p:ext>
            </p:extLst>
          </p:nvPr>
        </p:nvGraphicFramePr>
        <p:xfrm>
          <a:off x="838200" y="1825625"/>
          <a:ext cx="5418675" cy="1828820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2085000">
                  <a:extLst>
                    <a:ext uri="{9D8B030D-6E8A-4147-A177-3AD203B41FA5}">
                      <a16:colId xmlns:a16="http://schemas.microsoft.com/office/drawing/2014/main" val="1004491193"/>
                    </a:ext>
                  </a:extLst>
                </a:gridCol>
                <a:gridCol w="3333675">
                  <a:extLst>
                    <a:ext uri="{9D8B030D-6E8A-4147-A177-3AD203B41FA5}">
                      <a16:colId xmlns:a16="http://schemas.microsoft.com/office/drawing/2014/main" val="1098403078"/>
                    </a:ext>
                  </a:extLst>
                </a:gridCol>
              </a:tblGrid>
              <a:tr h="306243">
                <a:tc>
                  <a:txBody>
                    <a:bodyPr/>
                    <a:lstStyle/>
                    <a:p>
                      <a:pPr marL="0" marR="0" lvl="1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GB" sz="1800" b="1" u="none" strike="noStrike" cap="none" dirty="0">
                        <a:solidFill>
                          <a:srgbClr val="17365D"/>
                        </a:solidFill>
                      </a:endParaRPr>
                    </a:p>
                    <a:p>
                      <a:pPr marL="0" marR="0" lvl="1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GB" sz="1800" b="1" u="none" strike="noStrike" cap="none" dirty="0">
                        <a:solidFill>
                          <a:srgbClr val="17365D"/>
                        </a:solidFill>
                      </a:endParaRPr>
                    </a:p>
                    <a:p>
                      <a:pPr marL="0" marR="0" lvl="1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 u="none" strike="noStrike" cap="none" dirty="0">
                          <a:solidFill>
                            <a:srgbClr val="17365D"/>
                          </a:solidFill>
                        </a:rPr>
                        <a:t>Roll Number</a:t>
                      </a:r>
                      <a:endParaRPr sz="1800" b="1" u="none" strike="noStrike" cap="none" dirty="0">
                        <a:solidFill>
                          <a:srgbClr val="17365D"/>
                        </a:solidFill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GB" sz="1800" b="1" u="none" strike="noStrike" cap="none" dirty="0">
                        <a:solidFill>
                          <a:srgbClr val="17365D"/>
                        </a:solidFill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GB" sz="1800" b="1" u="none" strike="noStrike" cap="none" dirty="0">
                        <a:solidFill>
                          <a:srgbClr val="17365D"/>
                        </a:solidFill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 u="none" strike="noStrike" cap="none" dirty="0">
                          <a:solidFill>
                            <a:srgbClr val="17365D"/>
                          </a:solidFill>
                        </a:rPr>
                        <a:t>Student Name</a:t>
                      </a: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90517060"/>
                  </a:ext>
                </a:extLst>
              </a:tr>
              <a:tr h="30624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+mj-lt"/>
                        <a:buNone/>
                      </a:pPr>
                      <a:r>
                        <a:rPr lang="en-US" sz="1800" u="none" strike="noStrike" cap="none" dirty="0"/>
                        <a:t>20211CDV0062</a:t>
                      </a: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+mj-lt"/>
                        <a:buNone/>
                      </a:pPr>
                      <a:r>
                        <a:rPr lang="en-US" sz="1800" u="none" strike="noStrike" cap="none" dirty="0"/>
                        <a:t>20221CDV0050</a:t>
                      </a: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+mj-lt"/>
                        <a:buNone/>
                      </a:pPr>
                      <a:r>
                        <a:rPr lang="en-US" sz="1800" u="none" strike="noStrike" cap="none" dirty="0"/>
                        <a:t>20211CDV0024</a:t>
                      </a: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 dirty="0"/>
                        <a:t>CHETHAS R</a:t>
                      </a: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 dirty="0"/>
                        <a:t>VARSHITH R S</a:t>
                      </a: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 dirty="0"/>
                        <a:t>ABDUL KALAM</a:t>
                      </a: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9532374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4B385048-F24A-0D22-A138-2E94EEE8A6C2}"/>
              </a:ext>
            </a:extLst>
          </p:cNvPr>
          <p:cNvSpPr txBox="1"/>
          <p:nvPr/>
        </p:nvSpPr>
        <p:spPr>
          <a:xfrm>
            <a:off x="815099" y="1458221"/>
            <a:ext cx="620373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l">
              <a:spcBef>
                <a:spcPts val="0"/>
              </a:spcBef>
              <a:buClr>
                <a:srgbClr val="17365D"/>
              </a:buClr>
              <a:buSzPts val="2000"/>
            </a:pPr>
            <a:endParaRPr lang="en-GB" sz="1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lvl="0" algn="l">
              <a:spcBef>
                <a:spcPts val="0"/>
              </a:spcBef>
              <a:buClr>
                <a:srgbClr val="17365D"/>
              </a:buClr>
              <a:buSzPts val="2000"/>
            </a:pPr>
            <a:r>
              <a:rPr lang="en-GB" sz="1800" dirty="0">
                <a:latin typeface="Cambria" panose="02040503050406030204" pitchFamily="18" charset="0"/>
                <a:ea typeface="Cambria" panose="02040503050406030204" pitchFamily="18" charset="0"/>
              </a:rPr>
              <a:t>Batch Number: CDV_14</a:t>
            </a:r>
          </a:p>
        </p:txBody>
      </p:sp>
    </p:spTree>
    <p:extLst>
      <p:ext uri="{BB962C8B-B14F-4D97-AF65-F5344CB8AC3E}">
        <p14:creationId xmlns:p14="http://schemas.microsoft.com/office/powerpoint/2010/main" val="30667245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</a:pP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Content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7" name="Google Shape;97;p14"/>
          <p:cNvSpPr txBox="1">
            <a:spLocks noGrp="1"/>
          </p:cNvSpPr>
          <p:nvPr>
            <p:ph type="body" idx="1"/>
          </p:nvPr>
        </p:nvSpPr>
        <p:spPr>
          <a:xfrm>
            <a:off x="704516" y="902370"/>
            <a:ext cx="10668000" cy="42712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sz="2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About Company or Organization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Working domain or the technology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About your team and reporting Manager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Challenges Faced in Internship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 of the work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Requirements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Advantages of Proposed System/Work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Internship Roadmap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Github Link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endParaRPr sz="2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629404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79904"/>
          </a:xfrm>
        </p:spPr>
        <p:txBody>
          <a:bodyPr/>
          <a:lstStyle/>
          <a:p>
            <a:r>
              <a:rPr lang="en-US" sz="3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About Company or Organization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3</a:t>
            </a:fld>
            <a:endParaRPr lang="en-US" altLang="en-US"/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4F9A9A26-5581-A00C-70AF-5BD95E30BCC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248837"/>
            <a:ext cx="10517046" cy="37856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ew roman"/>
              </a:rPr>
              <a:t>The organization is a technology-driven company working in the field of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ew roman"/>
              </a:rPr>
              <a:t>software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ew roman"/>
              </a:rPr>
              <a:t>development and cybersecurity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ew roman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ew roman"/>
              </a:rPr>
              <a:t>It focuses on building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ew roman"/>
              </a:rPr>
              <a:t>secure, scalable, and reliable web applications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ew roman"/>
              </a:rPr>
              <a:t> and digital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ew roman"/>
              </a:rPr>
              <a:t>solutions.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ew roman"/>
              </a:rPr>
              <a:t>The company uses modern technologies such as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ew roman"/>
              </a:rPr>
              <a:t>cloud computing,  machine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ew roman"/>
              </a:rPr>
              <a:t>learning, and </a:t>
            </a:r>
            <a:r>
              <a:rPr lang="en-US" altLang="en-US" sz="2400" b="1" dirty="0">
                <a:latin typeface="New roman"/>
              </a:rPr>
              <a:t>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ew roman"/>
              </a:rPr>
              <a:t>web security tools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ew roman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ew roman"/>
              </a:rPr>
              <a:t>It promotes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ew roman"/>
              </a:rPr>
              <a:t>research-based development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ew roman"/>
              </a:rPr>
              <a:t> and practical implementation of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ew roman"/>
              </a:rPr>
              <a:t>security solutions.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ew roman"/>
              </a:rPr>
              <a:t>The work culture encourages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ew roman"/>
              </a:rPr>
              <a:t>learning, innovation, and teamwork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ew roman"/>
              </a:rPr>
              <a:t> to solve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ew roman"/>
              </a:rPr>
              <a:t>real-world problems.</a:t>
            </a:r>
          </a:p>
        </p:txBody>
      </p:sp>
    </p:spTree>
    <p:extLst>
      <p:ext uri="{BB962C8B-B14F-4D97-AF65-F5344CB8AC3E}">
        <p14:creationId xmlns:p14="http://schemas.microsoft.com/office/powerpoint/2010/main" val="15581389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Working domain or the technology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4</a:t>
            </a:fld>
            <a:endParaRPr lang="en-US" altLang="en-US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A46BF477-793C-606A-1023-AFEF45FD8ED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320274"/>
            <a:ext cx="9360896" cy="37856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ew roman"/>
              </a:rPr>
              <a:t>Domain: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ew roman"/>
              </a:rPr>
              <a:t> Cybersecurity and Web Application Security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ew roman"/>
              </a:rPr>
              <a:t>Core Focus: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ew roman"/>
              </a:rPr>
              <a:t> Web Application Firewall (WAF) using Deep Learning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ew roman"/>
              </a:rPr>
              <a:t>Technologies Used: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New roman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ew roman"/>
              </a:rPr>
              <a:t>Machine Learning &amp; Deep Learning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ew roman"/>
              </a:rPr>
              <a:t>Transformer Models (Attention-based Neural Networks)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ew roman"/>
              </a:rPr>
              <a:t>Python Programming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ew roman"/>
              </a:rPr>
              <a:t>HTTP/HTTPS Traffic Analysis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ew roman"/>
              </a:rPr>
              <a:t>Basic Web Security Concepts (SQL Injection, XSS, etc.)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ew roman"/>
              </a:rPr>
              <a:t>Purpose: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ew roman"/>
              </a:rPr>
              <a:t> To build an intelligent system that detects and blocks malicious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ew roman"/>
              </a:rPr>
              <a:t>web requests in real time.</a:t>
            </a:r>
          </a:p>
        </p:txBody>
      </p:sp>
    </p:spTree>
    <p:extLst>
      <p:ext uri="{BB962C8B-B14F-4D97-AF65-F5344CB8AC3E}">
        <p14:creationId xmlns:p14="http://schemas.microsoft.com/office/powerpoint/2010/main" val="6586821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About your team and reporting Manager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5</a:t>
            </a:fld>
            <a:endParaRPr lang="en-US" altLang="en-US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C9F43F09-7A63-1822-2EDE-15B59FBD428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504941"/>
            <a:ext cx="10336163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ew roman"/>
              </a:rPr>
              <a:t>Our team consisted of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ew roman"/>
              </a:rPr>
              <a:t>3 members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ew roman"/>
              </a:rPr>
              <a:t> working together on the project.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ew roman"/>
              </a:rPr>
              <a:t>The team was involved in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ew roman"/>
              </a:rPr>
              <a:t>design, development, and testing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ew roman"/>
              </a:rPr>
              <a:t> of the system.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ew roman"/>
              </a:rPr>
              <a:t>We had </a:t>
            </a:r>
            <a:r>
              <a:rPr lang="en-US" altLang="en-US" sz="2400" b="1" dirty="0">
                <a:latin typeface="New roman"/>
              </a:rPr>
              <a:t>guide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ew roman"/>
              </a:rPr>
              <a:t> who guided us throughout the internship.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ew roman"/>
              </a:rPr>
              <a:t>The </a:t>
            </a:r>
            <a:r>
              <a:rPr lang="en-US" altLang="en-US" sz="2400" dirty="0">
                <a:latin typeface="New roman"/>
              </a:rPr>
              <a:t>guide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ew roman"/>
              </a:rPr>
              <a:t> provided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ew roman"/>
              </a:rPr>
              <a:t>technical guidance, reviews, and feedback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ew roman"/>
              </a:rPr>
              <a:t> at each stage of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US" sz="2400" dirty="0">
                <a:latin typeface="New roman"/>
              </a:rPr>
              <a:t>the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ew roman"/>
              </a:rPr>
              <a:t> project.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ew roman"/>
              </a:rPr>
              <a:t>Regular discussions and reviews helped us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ew roman"/>
              </a:rPr>
              <a:t>improve the quality and correctness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ew roman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ew roman"/>
              </a:rPr>
              <a:t>of</a:t>
            </a:r>
            <a:r>
              <a:rPr lang="en-IN" sz="2400" dirty="0"/>
              <a:t> the work.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New roman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2400" dirty="0"/>
              <a:t>The team environment encouraged </a:t>
            </a:r>
            <a:r>
              <a:rPr lang="en-US" sz="2400" b="1" dirty="0"/>
              <a:t>learning, teamwork, and practical 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sz="2400" b="1" dirty="0"/>
              <a:t>problem-solving</a:t>
            </a:r>
            <a:r>
              <a:rPr lang="en-US" sz="2400" dirty="0"/>
              <a:t>.</a:t>
            </a:r>
            <a:endParaRPr lang="en-US" altLang="en-US" sz="2400" dirty="0">
              <a:latin typeface="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5106966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Challenges Faced in Internship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6</a:t>
            </a:fld>
            <a:endParaRPr lang="en-US" altLang="en-US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89E9FE2F-B3B6-4525-1305-C5A5F2FB3C2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498085"/>
            <a:ext cx="9873985" cy="2677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ew roman"/>
              </a:rPr>
              <a:t>Understanding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ew roman"/>
              </a:rPr>
              <a:t>cybersecurity and Web Application Firewall (WAF)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ew roman"/>
              </a:rPr>
              <a:t> concepts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ew roman"/>
              </a:rPr>
              <a:t>initially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ew roman"/>
              </a:rPr>
              <a:t>Learning and applying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ew roman"/>
              </a:rPr>
              <a:t>Transformer and deep learning models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New roman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ew roman"/>
              </a:rPr>
              <a:t>Collecting and preprocessing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ew roman"/>
              </a:rPr>
              <a:t> HTTP request data for training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ew roman"/>
              </a:rPr>
              <a:t>Limited availability of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ew roman"/>
              </a:rPr>
              <a:t>real-world labeled datasets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New roman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ew roman"/>
              </a:rPr>
              <a:t>Debugging model performance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ew roman"/>
              </a:rPr>
              <a:t> and reducing false positives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ew roman"/>
              </a:rPr>
              <a:t>Managing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ew roman"/>
              </a:rPr>
              <a:t>time between learning, development, and documentation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2061569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 of the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/>
          <a:lstStyle/>
          <a:p>
            <a:r>
              <a:rPr lang="en-US" dirty="0">
                <a:latin typeface="New roman"/>
              </a:rPr>
              <a:t>To study existing </a:t>
            </a:r>
            <a:r>
              <a:rPr lang="en-US" b="1" dirty="0">
                <a:latin typeface="New roman"/>
              </a:rPr>
              <a:t>Web Application Firewall (WAF)</a:t>
            </a:r>
            <a:r>
              <a:rPr lang="en-US" dirty="0">
                <a:latin typeface="New roman"/>
              </a:rPr>
              <a:t> techniques</a:t>
            </a:r>
          </a:p>
          <a:p>
            <a:r>
              <a:rPr lang="en-US" dirty="0">
                <a:latin typeface="New roman"/>
              </a:rPr>
              <a:t>To understand the use of </a:t>
            </a:r>
            <a:r>
              <a:rPr lang="en-US" b="1" dirty="0">
                <a:latin typeface="New roman"/>
              </a:rPr>
              <a:t>Machine Learning and Transformer models</a:t>
            </a:r>
            <a:r>
              <a:rPr lang="en-US" dirty="0">
                <a:latin typeface="New roman"/>
              </a:rPr>
              <a:t> in cybersecurity</a:t>
            </a:r>
          </a:p>
          <a:p>
            <a:r>
              <a:rPr lang="en-US" dirty="0">
                <a:latin typeface="New roman"/>
              </a:rPr>
              <a:t>To design an </a:t>
            </a:r>
            <a:r>
              <a:rPr lang="en-US" b="1" dirty="0">
                <a:latin typeface="New roman"/>
              </a:rPr>
              <a:t>end-to-end WAF pipeline</a:t>
            </a:r>
            <a:r>
              <a:rPr lang="en-US" dirty="0">
                <a:latin typeface="New roman"/>
              </a:rPr>
              <a:t> using deep learning</a:t>
            </a:r>
          </a:p>
          <a:p>
            <a:r>
              <a:rPr lang="en-US" dirty="0">
                <a:latin typeface="New roman"/>
              </a:rPr>
              <a:t>To detect common web attacks such as </a:t>
            </a:r>
            <a:r>
              <a:rPr lang="en-US" b="1" dirty="0">
                <a:latin typeface="New roman"/>
              </a:rPr>
              <a:t>SQL Injection and XSS</a:t>
            </a:r>
            <a:endParaRPr lang="en-US" dirty="0">
              <a:latin typeface="New roman"/>
            </a:endParaRPr>
          </a:p>
          <a:p>
            <a:r>
              <a:rPr lang="en-US" dirty="0">
                <a:latin typeface="New roman"/>
              </a:rPr>
              <a:t>To improve </a:t>
            </a:r>
            <a:r>
              <a:rPr lang="en-US" b="1" dirty="0">
                <a:latin typeface="New roman"/>
              </a:rPr>
              <a:t>detection accuracy</a:t>
            </a:r>
            <a:r>
              <a:rPr lang="en-US" dirty="0">
                <a:latin typeface="New roman"/>
              </a:rPr>
              <a:t> compared to traditional methods</a:t>
            </a:r>
          </a:p>
          <a:p>
            <a:r>
              <a:rPr lang="en-US" dirty="0">
                <a:latin typeface="New roman"/>
              </a:rPr>
              <a:t>To build a </a:t>
            </a:r>
            <a:r>
              <a:rPr lang="en-US" b="1" dirty="0">
                <a:latin typeface="New roman"/>
              </a:rPr>
              <a:t>working prototype</a:t>
            </a:r>
            <a:r>
              <a:rPr lang="en-US" dirty="0">
                <a:latin typeface="New roman"/>
              </a:rPr>
              <a:t> of the proposed system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163347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pPr marL="152400" algn="just">
              <a:lnSpc>
                <a:spcPct val="100000"/>
              </a:lnSpc>
              <a:spcBef>
                <a:spcPts val="0"/>
              </a:spcBef>
            </a:pPr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8</a:t>
            </a:fld>
            <a:endParaRPr lang="en-US" altLang="en-US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4927DA1C-C343-6B49-9AAF-9F805C50237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135608"/>
            <a:ext cx="10182339" cy="41549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ew roman"/>
              </a:rPr>
              <a:t>Traditional Web Application Firewalls (WAFs) mainly use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ew roman"/>
              </a:rPr>
              <a:t>rule-based and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ew roman"/>
              </a:rPr>
              <a:t>signature-based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ew roman"/>
              </a:rPr>
              <a:t> methods, which work well for known attacks but fail against</a:t>
            </a:r>
            <a:endParaRPr lang="en-US" altLang="en-US" sz="2400" dirty="0">
              <a:latin typeface="New roman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ew roman"/>
              </a:rPr>
              <a:t>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ew roman"/>
              </a:rPr>
              <a:t>new and obfuscated attacks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ew roman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ew roman"/>
              </a:rPr>
              <a:t>Machine Learning approaches were introduced to improve detection, but they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ew roman"/>
              </a:rPr>
              <a:t>depend heavily on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ew roman"/>
              </a:rPr>
              <a:t>manual feature extraction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ew roman"/>
              </a:rPr>
              <a:t> and labeled data.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ew roman"/>
              </a:rPr>
              <a:t>Recent research uses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ew roman"/>
              </a:rPr>
              <a:t>Deep Learning models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ew roman"/>
              </a:rPr>
              <a:t> such as CNNs, RNNs, and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ew roman"/>
              </a:rPr>
              <a:t>Transformer models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ew roman"/>
              </a:rPr>
              <a:t> by treating HTTP requests as text sequences.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ew roman"/>
              </a:rPr>
              <a:t>Transformer-based models are effective because they can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ew roman"/>
              </a:rPr>
              <a:t>capture contextual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ew roman"/>
              </a:rPr>
              <a:t>and long-range dependencies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ew roman"/>
              </a:rPr>
              <a:t> in request data.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ew roman"/>
              </a:rPr>
              <a:t>Studies show better detection accuracy using deep learning, but most works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ew roman"/>
              </a:rPr>
              <a:t> focus only on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ew roman"/>
              </a:rPr>
              <a:t>offline experiments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ew roman"/>
              </a:rPr>
              <a:t> and not real deployment.</a:t>
            </a:r>
          </a:p>
        </p:txBody>
      </p:sp>
    </p:spTree>
    <p:extLst>
      <p:ext uri="{BB962C8B-B14F-4D97-AF65-F5344CB8AC3E}">
        <p14:creationId xmlns:p14="http://schemas.microsoft.com/office/powerpoint/2010/main" val="9729277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AFF30E-A36C-2F19-CEEB-09B02B2450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dirty="0">
                <a:solidFill>
                  <a:schemeClr val="accent1"/>
                </a:solidFill>
                <a:latin typeface="New roman"/>
              </a:rPr>
              <a:t>     </a:t>
            </a:r>
            <a:r>
              <a:rPr lang="en-IN" sz="3600" dirty="0">
                <a:solidFill>
                  <a:schemeClr val="accent1"/>
                </a:solidFill>
                <a:latin typeface="New roman"/>
              </a:rPr>
              <a:t>Research Gap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BE786F-4552-A6F2-AE8A-27607C4665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4BFFB7-4443-4602-A990-B076C1CFE86C}" type="datetime1">
              <a:rPr lang="en-IN" smtClean="0"/>
              <a:pPr/>
              <a:t>07-02-2026</a:t>
            </a:fld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64233DD-A8A9-48BE-01FA-5F205162DB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pPr/>
              <a:t>9</a:t>
            </a:fld>
            <a:endParaRPr lang="en-IN" dirty="0"/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581E721F-F484-6348-AF64-989885A1D29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905723"/>
            <a:ext cx="9861033" cy="2677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ew roman"/>
              </a:rPr>
              <a:t>Lack of a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ew roman"/>
              </a:rPr>
              <a:t>complete end-to-end WAF pipeline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ew roman"/>
              </a:rPr>
              <a:t> using Transformers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ew roman"/>
              </a:rPr>
              <a:t>Most studies do not consider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ew roman"/>
              </a:rPr>
              <a:t>real-time performance and latency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New roman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ew roman"/>
              </a:rPr>
              <a:t>No standard dataset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ew roman"/>
              </a:rPr>
              <a:t> for evaluating Transformer-based WAF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ew roman"/>
              </a:rPr>
              <a:t>systems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ew roman"/>
              </a:rPr>
              <a:t>Limited work on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ew roman"/>
              </a:rPr>
              <a:t>handling obfuscated and adversarial attacks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New roman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ew roman"/>
              </a:rPr>
              <a:t>Poor explainability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ew roman"/>
              </a:rPr>
              <a:t> of model decisions for security analysts</a:t>
            </a:r>
          </a:p>
        </p:txBody>
      </p:sp>
    </p:spTree>
    <p:extLst>
      <p:ext uri="{BB962C8B-B14F-4D97-AF65-F5344CB8AC3E}">
        <p14:creationId xmlns:p14="http://schemas.microsoft.com/office/powerpoint/2010/main" val="16752221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D0DF45-1B4C-EC2F-5FC1-7A31B4790B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600" dirty="0">
                <a:solidFill>
                  <a:schemeClr val="accent1"/>
                </a:solidFill>
              </a:rPr>
              <a:t>Proposed Solutions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D81D3D-F162-9DE0-5099-64CC4B73D3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4BFFB7-4443-4602-A990-B076C1CFE86C}" type="datetime1">
              <a:rPr lang="en-IN" smtClean="0"/>
              <a:pPr/>
              <a:t>07-02-2026</a:t>
            </a:fld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126FD55-0672-611B-6381-56BB17C977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pPr/>
              <a:t>10</a:t>
            </a:fld>
            <a:endParaRPr lang="en-IN" dirty="0"/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3330D148-60C6-7348-B64E-B1AE36341DC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475244"/>
            <a:ext cx="10177145" cy="3970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ew roman"/>
              </a:rPr>
              <a:t>Design an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ew roman"/>
              </a:rPr>
              <a:t>end-to-end Transformer-based WAF pipeline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ew roman"/>
              </a:rPr>
              <a:t> from data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ew roman"/>
              </a:rPr>
              <a:t>input to decision making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ew roman"/>
              </a:rPr>
              <a:t>Use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ew roman"/>
              </a:rPr>
              <a:t>optimized and lightweight Transformer models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ew roman"/>
              </a:rPr>
              <a:t> for faster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ew roman"/>
              </a:rPr>
              <a:t> real-time detection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ew roman"/>
              </a:rPr>
              <a:t>Build or combine datasets with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ew roman"/>
              </a:rPr>
              <a:t>realistic normal and attack traffic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New roman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ew roman"/>
              </a:rPr>
              <a:t>Apply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ew roman"/>
              </a:rPr>
              <a:t>data augmentation and adversarial training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ew roman"/>
              </a:rPr>
              <a:t> to improve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ew roman"/>
              </a:rPr>
              <a:t>robustness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ew roman"/>
              </a:rPr>
              <a:t>Add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ew roman"/>
              </a:rPr>
              <a:t>explainability methods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ew roman"/>
              </a:rPr>
              <a:t> (highlight important parts of requests)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ew roman"/>
              </a:rPr>
              <a:t>to help analysts understand alerts</a:t>
            </a:r>
          </a:p>
        </p:txBody>
      </p:sp>
    </p:spTree>
    <p:extLst>
      <p:ext uri="{BB962C8B-B14F-4D97-AF65-F5344CB8AC3E}">
        <p14:creationId xmlns:p14="http://schemas.microsoft.com/office/powerpoint/2010/main" val="5434925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pPr marL="152400" algn="just">
              <a:lnSpc>
                <a:spcPct val="100000"/>
              </a:lnSpc>
              <a:spcBef>
                <a:spcPts val="0"/>
              </a:spcBef>
            </a:pPr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 / Work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11</a:t>
            </a:fld>
            <a:endParaRPr lang="en-US" altLang="en-US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1526F455-BD30-79AC-25F8-E68CC786E21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227942"/>
            <a:ext cx="10308976" cy="3970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ew roman"/>
              </a:rPr>
              <a:t>The proposed system is a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ew roman"/>
              </a:rPr>
              <a:t>Transformer-based end-to-end Web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ew roman"/>
              </a:rPr>
              <a:t>Application Firewall (WAF)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ew roman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ew roman"/>
              </a:rPr>
              <a:t>It analyzes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ew roman"/>
              </a:rPr>
              <a:t>HTTP requests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ew roman"/>
              </a:rPr>
              <a:t> from web applications in real time.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ew roman"/>
              </a:rPr>
              <a:t>Requests are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ew roman"/>
              </a:rPr>
              <a:t>preprocessed and tokenized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ew roman"/>
              </a:rPr>
              <a:t> before being given to the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ew roman"/>
              </a:rPr>
              <a:t>model.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ew roman"/>
              </a:rPr>
              <a:t>A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ew roman"/>
              </a:rPr>
              <a:t>Transformer deep learning model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ew roman"/>
              </a:rPr>
              <a:t> classifies each request as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ew roman"/>
              </a:rPr>
              <a:t>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ew roman"/>
              </a:rPr>
              <a:t>normal or malicious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ew roman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ew roman"/>
              </a:rPr>
              <a:t>Based on the prediction, the system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ew roman"/>
              </a:rPr>
              <a:t>allows or blocks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ew roman"/>
              </a:rPr>
              <a:t> the request.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ew roman"/>
              </a:rPr>
              <a:t>All decisions are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ew roman"/>
              </a:rPr>
              <a:t>logged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ew roman"/>
              </a:rPr>
              <a:t> for monitoring and future improvement.</a:t>
            </a:r>
          </a:p>
        </p:txBody>
      </p:sp>
    </p:spTree>
    <p:extLst>
      <p:ext uri="{BB962C8B-B14F-4D97-AF65-F5344CB8AC3E}">
        <p14:creationId xmlns:p14="http://schemas.microsoft.com/office/powerpoint/2010/main" val="35524770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pPr marL="152400" algn="just">
              <a:lnSpc>
                <a:spcPct val="100000"/>
              </a:lnSpc>
              <a:spcBef>
                <a:spcPts val="0"/>
              </a:spcBef>
            </a:pPr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12</a:t>
            </a:fld>
            <a:endParaRPr lang="en-US" altLang="en-US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61FC55C5-EA8F-F91D-BEC2-5728B77B25C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320275"/>
            <a:ext cx="9737409" cy="37856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ew roman"/>
              </a:rPr>
              <a:t>Traditional Web Application Firewalls (WAFs) rely mainly on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ew roman"/>
              </a:rPr>
              <a:t>rule-based and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ew roman"/>
              </a:rPr>
              <a:t> signature-based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ew roman"/>
              </a:rPr>
              <a:t> detection.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ew roman"/>
              </a:rPr>
              <a:t>These methods are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ew roman"/>
              </a:rPr>
              <a:t>difficult to maintain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ew roman"/>
              </a:rPr>
              <a:t> and fail to detect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ew roman"/>
              </a:rPr>
              <a:t>new or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ew roman"/>
              </a:rPr>
              <a:t>obfuscated attacks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ew roman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ew roman"/>
              </a:rPr>
              <a:t>With the rapid growth of web applications, the number and complexity of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ew roman"/>
              </a:rPr>
              <a:t>attacks are also increasing.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ew roman"/>
              </a:rPr>
              <a:t>There is a need for an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ew roman"/>
              </a:rPr>
              <a:t>intelligent, automated, and adaptive system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ew roman"/>
              </a:rPr>
              <a:t> to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ew roman"/>
              </a:rPr>
              <a:t>detect malicious web requests.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ew roman"/>
              </a:rPr>
              <a:t>The problem is to design a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ew roman"/>
              </a:rPr>
              <a:t>Transformer-based WAF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ew roman"/>
              </a:rPr>
              <a:t> that can accurately and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ew roman"/>
              </a:rPr>
              <a:t> efficiently detect attacks in real time.</a:t>
            </a:r>
          </a:p>
        </p:txBody>
      </p:sp>
    </p:spTree>
    <p:extLst>
      <p:ext uri="{BB962C8B-B14F-4D97-AF65-F5344CB8AC3E}">
        <p14:creationId xmlns:p14="http://schemas.microsoft.com/office/powerpoint/2010/main" val="45059806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pPr marL="152400" algn="just">
              <a:lnSpc>
                <a:spcPct val="100000"/>
              </a:lnSpc>
              <a:spcBef>
                <a:spcPts val="0"/>
              </a:spcBef>
            </a:pPr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Requirements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>
            <a:normAutofit fontScale="77500" lnSpcReduction="20000"/>
          </a:bodyPr>
          <a:lstStyle/>
          <a:p>
            <a:r>
              <a:rPr lang="en-IN" b="1" dirty="0"/>
              <a:t>Hardware Requirements:</a:t>
            </a:r>
            <a:endParaRPr lang="en-IN" dirty="0"/>
          </a:p>
          <a:p>
            <a:r>
              <a:rPr lang="en-IN" dirty="0"/>
              <a:t>Laptop / Desktop Computer</a:t>
            </a:r>
          </a:p>
          <a:p>
            <a:r>
              <a:rPr lang="en-IN" dirty="0"/>
              <a:t>Minimum </a:t>
            </a:r>
            <a:r>
              <a:rPr lang="en-IN" b="1" dirty="0"/>
              <a:t>8 GB RAM</a:t>
            </a:r>
            <a:endParaRPr lang="en-IN" dirty="0"/>
          </a:p>
          <a:p>
            <a:r>
              <a:rPr lang="en-IN" dirty="0"/>
              <a:t>Minimum </a:t>
            </a:r>
            <a:r>
              <a:rPr lang="en-IN" b="1" dirty="0"/>
              <a:t>50 GB</a:t>
            </a:r>
            <a:r>
              <a:rPr lang="en-IN" dirty="0"/>
              <a:t> free storage</a:t>
            </a:r>
          </a:p>
          <a:p>
            <a:r>
              <a:rPr lang="en-IN" dirty="0"/>
              <a:t>Internet connection</a:t>
            </a:r>
          </a:p>
          <a:p>
            <a:r>
              <a:rPr lang="en-IN" b="1" dirty="0"/>
              <a:t>Software Requirements:</a:t>
            </a:r>
            <a:endParaRPr lang="en-IN" dirty="0"/>
          </a:p>
          <a:p>
            <a:r>
              <a:rPr lang="en-IN" dirty="0"/>
              <a:t>Operating System: </a:t>
            </a:r>
            <a:r>
              <a:rPr lang="en-IN" b="1" dirty="0"/>
              <a:t>Windows / Linux</a:t>
            </a:r>
            <a:endParaRPr lang="en-IN" dirty="0"/>
          </a:p>
          <a:p>
            <a:r>
              <a:rPr lang="en-IN" dirty="0"/>
              <a:t>Programming Language: </a:t>
            </a:r>
            <a:r>
              <a:rPr lang="en-IN" b="1" dirty="0"/>
              <a:t>Python</a:t>
            </a:r>
            <a:endParaRPr lang="en-IN" dirty="0"/>
          </a:p>
          <a:p>
            <a:r>
              <a:rPr lang="en-IN" dirty="0"/>
              <a:t>Libraries/Frameworks: </a:t>
            </a:r>
            <a:r>
              <a:rPr lang="en-IN" b="1" dirty="0"/>
              <a:t>PyTorch or TensorFlow, NumPy, Pandas</a:t>
            </a:r>
            <a:endParaRPr lang="en-IN" dirty="0"/>
          </a:p>
          <a:p>
            <a:r>
              <a:rPr lang="en-IN" dirty="0"/>
              <a:t>Development Tools: </a:t>
            </a:r>
            <a:r>
              <a:rPr lang="en-IN" b="1" dirty="0"/>
              <a:t>VS Code / PyCharm</a:t>
            </a:r>
            <a:endParaRPr lang="en-IN" dirty="0"/>
          </a:p>
          <a:p>
            <a:r>
              <a:rPr lang="en-IN" dirty="0"/>
              <a:t>Dataset: </a:t>
            </a:r>
            <a:r>
              <a:rPr lang="en-IN" b="1" dirty="0"/>
              <a:t>HTTP request dataset or sample web traffic logs</a:t>
            </a:r>
            <a:endParaRPr lang="en-IN" dirty="0"/>
          </a:p>
          <a:p>
            <a:pPr marL="0" indent="0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13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2869604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pPr marL="152400" algn="just">
              <a:lnSpc>
                <a:spcPct val="100000"/>
              </a:lnSpc>
              <a:spcBef>
                <a:spcPts val="0"/>
              </a:spcBef>
            </a:pPr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Advantages of Proposed System/Work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14</a:t>
            </a:fld>
            <a:endParaRPr lang="en-US" altLang="en-US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F6D5943B-ED11-EE17-D402-EAD4A168864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779679"/>
            <a:ext cx="8911863" cy="2677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ew roman"/>
              </a:rPr>
              <a:t>Detects both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ew roman"/>
              </a:rPr>
              <a:t>known and unknown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ew roman"/>
              </a:rPr>
              <a:t> web attacks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ew roman"/>
              </a:rPr>
              <a:t>Reduces reliance on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ew roman"/>
              </a:rPr>
              <a:t>manual rules and signatures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New roman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ew roman"/>
              </a:rPr>
              <a:t>Uses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ew roman"/>
              </a:rPr>
              <a:t>Transformer-based deep learning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ew roman"/>
              </a:rPr>
              <a:t> for better accuracy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ew roman"/>
              </a:rPr>
              <a:t>Capable of handling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ew roman"/>
              </a:rPr>
              <a:t>obfuscated and complex attacks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New roman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ew roman"/>
              </a:rPr>
              <a:t>Scalable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ew roman"/>
              </a:rPr>
              <a:t> and adaptable to new attack patterns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ew roman"/>
              </a:rPr>
              <a:t>Can be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ew roman"/>
              </a:rPr>
              <a:t>integrated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ew roman"/>
              </a:rPr>
              <a:t> with existing web security systems</a:t>
            </a:r>
          </a:p>
        </p:txBody>
      </p:sp>
    </p:spTree>
    <p:extLst>
      <p:ext uri="{BB962C8B-B14F-4D97-AF65-F5344CB8AC3E}">
        <p14:creationId xmlns:p14="http://schemas.microsoft.com/office/powerpoint/2010/main" val="224665217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96311"/>
          </a:xfrm>
        </p:spPr>
        <p:txBody>
          <a:bodyPr/>
          <a:lstStyle/>
          <a:p>
            <a:r>
              <a:rPr lang="en-US" sz="3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Internship Road Map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15</a:t>
            </a:fld>
            <a:endParaRPr lang="en-US" altLang="en-US"/>
          </a:p>
        </p:txBody>
      </p:sp>
      <p:graphicFrame>
        <p:nvGraphicFramePr>
          <p:cNvPr id="8" name="Content Placeholder 7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10913009"/>
              </p:ext>
            </p:extLst>
          </p:nvPr>
        </p:nvGraphicFramePr>
        <p:xfrm>
          <a:off x="838200" y="1210491"/>
          <a:ext cx="10515600" cy="405819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49710023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96311"/>
          </a:xfrm>
        </p:spPr>
        <p:txBody>
          <a:bodyPr/>
          <a:lstStyle/>
          <a:p>
            <a:r>
              <a:rPr lang="en-US" sz="3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Github Link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16</a:t>
            </a:fld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6308" y="1061297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chemeClr val="accent2">
                    <a:lumMod val="75000"/>
                  </a:schemeClr>
                </a:solidFill>
                <a:latin typeface="New roman"/>
                <a:ea typeface="Cambria" panose="02040503050406030204" pitchFamily="18" charset="0"/>
              </a:rPr>
              <a:t>GitHub Link : https://github.com/varshthrss/CDV_14_WEB_Pipeline</a:t>
            </a:r>
          </a:p>
          <a:p>
            <a:pPr marL="0" indent="0">
              <a:buNone/>
            </a:pPr>
            <a:endParaRPr lang="en-US" dirty="0">
              <a:latin typeface="New roman"/>
            </a:endParaRPr>
          </a:p>
          <a:p>
            <a:pPr marL="0" indent="0">
              <a:buNone/>
            </a:pPr>
            <a:endParaRPr lang="en-US" dirty="0">
              <a:latin typeface="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9562137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  <a:solidFill>
            <a:schemeClr val="accent1">
              <a:lumMod val="50000"/>
            </a:schemeClr>
          </a:solidFill>
        </p:spPr>
        <p:txBody>
          <a:bodyPr/>
          <a:lstStyle/>
          <a:p>
            <a:pPr marL="0" indent="0" algn="ctr">
              <a:buNone/>
            </a:pPr>
            <a:endParaRPr lang="en-US" sz="6600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66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6600" dirty="0">
                <a:solidFill>
                  <a:schemeClr val="accent2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Q&amp;A</a:t>
            </a:r>
          </a:p>
          <a:p>
            <a:pPr marL="0" indent="0" algn="ctr">
              <a:buNone/>
            </a:pPr>
            <a:endParaRPr lang="en-US" sz="6600" dirty="0">
              <a:solidFill>
                <a:srgbClr val="A7118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>
                <a:defRPr/>
              </a:pPr>
              <a:t>17</a:t>
            </a:fld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7" descr="bd04924_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5253" y="2150340"/>
            <a:ext cx="2841170" cy="38324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9754658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547258"/>
            <a:ext cx="10515600" cy="1214846"/>
          </a:xfrm>
        </p:spPr>
        <p:txBody>
          <a:bodyPr/>
          <a:lstStyle/>
          <a:p>
            <a:pPr marL="0" indent="0" algn="ctr">
              <a:buNone/>
            </a:pPr>
            <a:r>
              <a:rPr lang="en-US" sz="6600" dirty="0">
                <a:solidFill>
                  <a:srgbClr val="A7118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 you !!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18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966059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7047</TotalTime>
  <Words>1098</Words>
  <Application>Microsoft Office PowerPoint</Application>
  <PresentationFormat>Widescreen</PresentationFormat>
  <Paragraphs>188</Paragraphs>
  <Slides>18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7" baseType="lpstr">
      <vt:lpstr>Arial</vt:lpstr>
      <vt:lpstr>Calibri</vt:lpstr>
      <vt:lpstr>Calibri Light</vt:lpstr>
      <vt:lpstr>Cambria</vt:lpstr>
      <vt:lpstr>New roman</vt:lpstr>
      <vt:lpstr>Times New Roman</vt:lpstr>
      <vt:lpstr>Verdana</vt:lpstr>
      <vt:lpstr>Wingdings</vt:lpstr>
      <vt:lpstr>Office Theme</vt:lpstr>
      <vt:lpstr>PowerPoint Presentation</vt:lpstr>
      <vt:lpstr>Content</vt:lpstr>
      <vt:lpstr>About Company or Organization</vt:lpstr>
      <vt:lpstr>Working domain or the technology</vt:lpstr>
      <vt:lpstr>About your team and reporting Manager</vt:lpstr>
      <vt:lpstr>Challenges Faced in Internship</vt:lpstr>
      <vt:lpstr>Objectives of the work</vt:lpstr>
      <vt:lpstr>Literature Review</vt:lpstr>
      <vt:lpstr>     Research Gap</vt:lpstr>
      <vt:lpstr>Proposed Solutions</vt:lpstr>
      <vt:lpstr>Proposed System / Work</vt:lpstr>
      <vt:lpstr>Problem Statement</vt:lpstr>
      <vt:lpstr>System Requirements</vt:lpstr>
      <vt:lpstr>Advantages of Proposed System/Work</vt:lpstr>
      <vt:lpstr>Internship Road Map</vt:lpstr>
      <vt:lpstr>Github Link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Gopalakrishnan N-Asst. Prof-CIV</dc:creator>
  <cp:lastModifiedBy>Nithin nayak</cp:lastModifiedBy>
  <cp:revision>724</cp:revision>
  <dcterms:created xsi:type="dcterms:W3CDTF">2022-10-14T07:18:17Z</dcterms:created>
  <dcterms:modified xsi:type="dcterms:W3CDTF">2026-02-07T14:10:09Z</dcterms:modified>
</cp:coreProperties>
</file>